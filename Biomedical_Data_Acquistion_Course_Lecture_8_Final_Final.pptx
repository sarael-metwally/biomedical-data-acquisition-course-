
<file path=[Content_Types].xml><?xml version="1.0" encoding="utf-8"?>
<Types xmlns="http://schemas.openxmlformats.org/package/2006/content-types">
  <Override PartName="/ppt/slides/slide6.xml" ContentType="application/vnd.openxmlformats-officedocument.presentationml.slide+xml"/>
  <Override PartName="/ppt/notesSlides/notesSlide2.xml" ContentType="application/vnd.openxmlformats-officedocument.presentationml.notesSlide+xml"/>
  <Override PartName="/ppt/diagrams/colors1.xml" ContentType="application/vnd.openxmlformats-officedocument.drawingml.diagramColors+xml"/>
  <Override PartName="/ppt/diagrams/drawing2.xml" ContentType="application/vnd.ms-office.drawingml.diagramDrawing+xml"/>
  <Override PartName="/ppt/slideMasters/slideMaster1.xml" ContentType="application/vnd.openxmlformats-officedocument.presentationml.slideMaster+xml"/>
  <Override PartName="/ppt/slides/slide4.xml" ContentType="application/vnd.openxmlformats-officedocument.presentationml.slide+xml"/>
  <Override PartName="/ppt/slides/slide18.xml" ContentType="application/vnd.openxmlformats-officedocument.presentationml.slide+xml"/>
  <Override PartName="/ppt/slideLayouts/slideLayout4.xml" ContentType="application/vnd.openxmlformats-officedocument.presentationml.slideLayout+xml"/>
  <Override PartName="/ppt/slideLayouts/slideLayout6.xml" ContentType="application/vnd.openxmlformats-officedocument.presentationml.slideLayout+xml"/>
  <Override PartName="/ppt/diagrams/quickStyle2.xml" ContentType="application/vnd.openxmlformats-officedocument.drawingml.diagramStyle+xml"/>
  <Override PartName="/ppt/slides/slide1.xml" ContentType="application/vnd.openxmlformats-officedocument.presentationml.slide+xml"/>
  <Override PartName="/ppt/slides/slide2.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diagrams/quickStyle1.xml" ContentType="application/vnd.openxmlformats-officedocument.drawingml.diagramStyle+xml"/>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Default Extension="fntdata" ContentType="application/x-fontdata"/>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0.xml" ContentType="application/vnd.openxmlformats-officedocument.presentationml.slide+xml"/>
  <Override PartName="/ppt/tableStyles.xml" ContentType="application/vnd.openxmlformats-officedocument.presentationml.tableStyles+xml"/>
  <Override PartName="/ppt/diagrams/layout2.xml" ContentType="application/vnd.openxmlformats-officedocument.drawingml.diagramLayout+xml"/>
  <Override PartName="/ppt/notesSlides/notesSlide8.xml" ContentType="application/vnd.openxmlformats-officedocument.presentationml.notesSlide+xml"/>
  <Override PartName="/ppt/notesSlides/notesSlide9.xml" ContentType="application/vnd.openxmlformats-officedocument.presentationml.notesSlide+xml"/>
  <Override PartName="/ppt/diagrams/layout1.xml" ContentType="application/vnd.openxmlformats-officedocument.drawingml.diagramLayout+xml"/>
  <Override PartName="/ppt/diagrams/data2.xml" ContentType="application/vnd.openxmlformats-officedocument.drawingml.diagramData+xml"/>
  <Override PartName="/ppt/notesSlides/notesSlide6.xml" ContentType="application/vnd.openxmlformats-officedocument.presentationml.notesSlide+xml"/>
  <Override PartName="/ppt/notesSlides/notesSlide7.xml" ContentType="application/vnd.openxmlformats-officedocument.presentationml.notes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diagrams/data1.xml" ContentType="application/vnd.openxmlformats-officedocument.drawingml.diagramData+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ppt/slides/slide5.xml" ContentType="application/vnd.openxmlformats-officedocument.presentationml.slide+xml"/>
  <Override PartName="/ppt/slides/slide19.xml" ContentType="application/vnd.openxmlformats-officedocument.presentationml.slide+xml"/>
  <Override PartName="/ppt/notesSlides/notesSlide1.xml" ContentType="application/vnd.openxmlformats-officedocument.presentationml.notesSlide+xml"/>
  <Default Extension="png" ContentType="image/png"/>
  <Override PartName="/ppt/notesSlides/notesSlide3.xml" ContentType="application/vnd.openxmlformats-officedocument.presentationml.notesSlide+xml"/>
  <Override PartName="/ppt/diagrams/colors2.xml" ContentType="application/vnd.openxmlformats-officedocument.drawingml.diagramColors+xml"/>
  <Override PartName="/ppt/slides/slide3.xml" ContentType="application/vnd.openxmlformats-officedocument.presentationml.slide+xml"/>
  <Override PartName="/ppt/slides/slide17.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Override PartName="/ppt/theme/theme2.xml" ContentType="application/vnd.openxmlformats-officedocument.theme+xml"/>
  <Override PartName="/ppt/diagrams/drawing1.xml" ContentType="application/vnd.ms-office.drawingml.diagramDrawing+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83" r:id="rId1"/>
  </p:sldMasterIdLst>
  <p:notesMasterIdLst>
    <p:notesMasterId r:id="rId22"/>
  </p:notesMasterIdLst>
  <p:sldIdLst>
    <p:sldId id="312" r:id="rId2"/>
    <p:sldId id="313" r:id="rId3"/>
    <p:sldId id="311" r:id="rId4"/>
    <p:sldId id="401" r:id="rId5"/>
    <p:sldId id="445" r:id="rId6"/>
    <p:sldId id="505" r:id="rId7"/>
    <p:sldId id="506" r:id="rId8"/>
    <p:sldId id="509" r:id="rId9"/>
    <p:sldId id="443" r:id="rId10"/>
    <p:sldId id="464" r:id="rId11"/>
    <p:sldId id="465" r:id="rId12"/>
    <p:sldId id="466" r:id="rId13"/>
    <p:sldId id="467" r:id="rId14"/>
    <p:sldId id="507" r:id="rId15"/>
    <p:sldId id="508" r:id="rId16"/>
    <p:sldId id="510" r:id="rId17"/>
    <p:sldId id="511" r:id="rId18"/>
    <p:sldId id="512" r:id="rId19"/>
    <p:sldId id="513" r:id="rId20"/>
    <p:sldId id="463" r:id="rId21"/>
  </p:sldIdLst>
  <p:sldSz cx="9144000" cy="5143500" type="screen16x9"/>
  <p:notesSz cx="6858000" cy="9144000"/>
  <p:embeddedFontLst>
    <p:embeddedFont>
      <p:font typeface="Inter Tight" charset="0"/>
      <p:regular r:id="rId23"/>
      <p:bold r:id="rId24"/>
      <p:italic r:id="rId25"/>
      <p:boldItalic r:id="rId26"/>
    </p:embeddedFont>
    <p:embeddedFont>
      <p:font typeface="Raleway Medium" charset="0"/>
      <p:regular r:id="rId27"/>
      <p:bold r:id="rId28"/>
      <p:italic r:id="rId29"/>
      <p:boldItalic r:id="rId30"/>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 xmlns:p14="http://schemas.microsoft.com/office/powerpoint/2010/main" val="0"/>
    </p:ext>
    <p:ext uri="{D31A062A-798A-4329-ABDD-BBA856620510}">
      <p14:defaultImageDpi xmlns="" xmlns:p14="http://schemas.microsoft.com/office/powerpoint/2010/main" val="220"/>
    </p:ext>
    <p:ext uri="{FD5EFAAD-0ECE-453E-9831-46B23BE46B34}">
      <p15:chartTrackingRefBased xmlns="" xmlns:p15="http://schemas.microsoft.com/office/powerpoint/2012/main" val="0"/>
    </p:ext>
  </p:extLst>
</p:presentationPr>
</file>

<file path=ppt/tableStyles.xml><?xml version="1.0" encoding="utf-8"?>
<a:tblStyleLst xmlns:a="http://schemas.openxmlformats.org/drawingml/2006/main" def="{FA629DB5-9736-4D24-9571-27663E2830E8}">
  <a:tblStyle styleId="{FA629DB5-9736-4D24-9571-27663E2830E8}"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 styleId="{AE1B8E7D-3443-43C5-BCC8-846303D2171B}" styleName="Table_1">
    <a:wholeTbl>
      <a:tcTxStyle>
        <a:font>
          <a:latin typeface="Arial"/>
          <a:ea typeface="Arial"/>
          <a:cs typeface="Arial"/>
        </a:font>
        <a:srgbClr val="000000"/>
      </a:tcTxStyle>
      <a:tcStyle>
        <a:tcBdr>
          <a:left>
            <a:ln w="9525" cap="flat" cmpd="sng">
              <a:solidFill>
                <a:srgbClr val="000000"/>
              </a:solidFill>
              <a:prstDash val="solid"/>
              <a:round/>
              <a:headEnd type="none" w="sm" len="sm"/>
              <a:tailEnd type="none" w="sm" len="sm"/>
            </a:ln>
          </a:left>
          <a:right>
            <a:ln w="9525" cap="flat" cmpd="sng">
              <a:solidFill>
                <a:srgbClr val="000000"/>
              </a:solidFill>
              <a:prstDash val="solid"/>
              <a:round/>
              <a:headEnd type="none" w="sm" len="sm"/>
              <a:tailEnd type="none" w="sm" len="sm"/>
            </a:ln>
          </a:right>
          <a:top>
            <a:ln w="9525" cap="flat" cmpd="sng">
              <a:solidFill>
                <a:srgbClr val="000000"/>
              </a:solidFill>
              <a:prstDash val="solid"/>
              <a:round/>
              <a:headEnd type="none" w="sm" len="sm"/>
              <a:tailEnd type="none" w="sm" len="sm"/>
            </a:ln>
          </a:top>
          <a:bottom>
            <a:ln w="9525" cap="flat" cmpd="sng">
              <a:solidFill>
                <a:srgbClr val="000000"/>
              </a:solidFill>
              <a:prstDash val="solid"/>
              <a:round/>
              <a:headEnd type="none" w="sm" len="sm"/>
              <a:tailEnd type="none" w="sm" len="sm"/>
            </a:ln>
          </a:bottom>
          <a:insideH>
            <a:ln w="9525" cap="flat" cmpd="sng">
              <a:solidFill>
                <a:srgbClr val="000000"/>
              </a:solidFill>
              <a:prstDash val="solid"/>
              <a:round/>
              <a:headEnd type="none" w="sm" len="sm"/>
              <a:tailEnd type="none" w="sm" len="sm"/>
            </a:ln>
          </a:insideH>
          <a:insideV>
            <a:ln w="9525" cap="flat" cmpd="sng">
              <a:solidFill>
                <a:srgbClr val="000000"/>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6838" autoAdjust="0"/>
    <p:restoredTop sz="72777" autoAdjust="0"/>
  </p:normalViewPr>
  <p:slideViewPr>
    <p:cSldViewPr snapToGrid="0">
      <p:cViewPr varScale="1">
        <p:scale>
          <a:sx n="70" d="100"/>
          <a:sy n="70" d="100"/>
        </p:scale>
        <p:origin x="-1332" y="-90"/>
      </p:cViewPr>
      <p:guideLst>
        <p:guide orient="horz" pos="1620"/>
        <p:guide pos="2880"/>
      </p:guideLst>
    </p:cSldViewPr>
  </p:slideViewPr>
  <p:notesTextViewPr>
    <p:cViewPr>
      <p:scale>
        <a:sx n="1" d="1"/>
        <a:sy n="1" d="1"/>
      </p:scale>
      <p:origin x="0" y="0"/>
    </p:cViewPr>
  </p:notesTextViewPr>
  <p:gridSpacing cx="78028800" cy="780288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4.fntdata"/><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3.fntdata"/><Relationship Id="rId33"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font" Target="fonts/font7.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2.fntdata"/><Relationship Id="rId32"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1.fntdata"/><Relationship Id="rId28" Type="http://schemas.openxmlformats.org/officeDocument/2006/relationships/font" Target="fonts/font6.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 Id="rId27" Type="http://schemas.openxmlformats.org/officeDocument/2006/relationships/font" Target="fonts/font5.fntdata"/><Relationship Id="rId30" Type="http://schemas.openxmlformats.org/officeDocument/2006/relationships/font" Target="fonts/font8.fntdata"/></Relationships>
</file>

<file path=ppt/diagrams/colors1.xml><?xml version="1.0" encoding="utf-8"?>
<dgm:colorsDef xmlns:dgm="http://schemas.openxmlformats.org/drawingml/2006/diagram" xmlns:a="http://schemas.openxmlformats.org/drawingml/2006/main" uniqueId="urn:microsoft.com/office/officeart/2005/8/colors/accent2_1">
  <dgm:title val=""/>
  <dgm:desc val=""/>
  <dgm:catLst>
    <dgm:cat type="accent2" pri="11100"/>
  </dgm:catLst>
  <dgm:styleLbl name="node0">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accent2">
        <a:shade val="80000"/>
      </a:schemeClr>
    </dgm:linClrLst>
    <dgm:effectClrLst/>
    <dgm:txLinClrLst/>
    <dgm:txFillClrLst/>
    <dgm:txEffectClrLst/>
  </dgm:styleLbl>
  <dgm:styleLbl name="node2">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fgImgPlace1">
    <dgm:fillClrLst meth="repeat">
      <a:schemeClr val="accent2">
        <a:tint val="40000"/>
      </a:schemeClr>
    </dgm:fillClrLst>
    <dgm:linClrLst meth="repeat">
      <a:schemeClr val="accent2">
        <a:shade val="80000"/>
      </a:schemeClr>
    </dgm:linClrLst>
    <dgm:effectClrLst/>
    <dgm:txLinClrLst/>
    <dgm:txFillClrLst meth="repeat">
      <a:schemeClr val="lt1"/>
    </dgm:txFillClrLst>
    <dgm:txEffectClrLst/>
  </dgm:styleLbl>
  <dgm:styleLbl name="alignImgPlace1">
    <dgm:fillClrLst meth="repeat">
      <a:schemeClr val="accent2">
        <a:tint val="40000"/>
      </a:schemeClr>
    </dgm:fillClrLst>
    <dgm:linClrLst meth="repeat">
      <a:schemeClr val="accent2">
        <a:shade val="80000"/>
      </a:schemeClr>
    </dgm:linClrLst>
    <dgm:effectClrLst/>
    <dgm:txLinClrLst/>
    <dgm:txFillClrLst meth="repeat">
      <a:schemeClr val="lt1"/>
    </dgm:txFillClrLst>
    <dgm:txEffectClrLst/>
  </dgm:styleLbl>
  <dgm:styleLbl name="bgImgPlace1">
    <dgm:fillClrLst meth="repeat">
      <a:schemeClr val="accent2">
        <a:tint val="40000"/>
      </a:schemeClr>
    </dgm:fillClrLst>
    <dgm:linClrLst meth="repeat">
      <a:schemeClr val="accent2">
        <a:shade val="80000"/>
      </a:schemeClr>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meth="repeat">
      <a:schemeClr val="dk1"/>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meth="repeat">
      <a:schemeClr val="dk1"/>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meth="repeat">
      <a:schemeClr val="dk1"/>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dgm:linClrLst>
    <dgm:effectClrLst/>
    <dgm:txLinClrLst/>
    <dgm:txFillClrLst meth="repeat">
      <a:schemeClr val="tx1"/>
    </dgm:txFillClrLst>
    <dgm:txEffectClrLst/>
  </dgm:styleLbl>
  <dgm:styleLbl name="asst0">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dgm:txEffectClrLst/>
  </dgm:styleLbl>
  <dgm:styleLbl name="parChTrans2D2">
    <dgm:fillClrLst meth="repeat">
      <a:schemeClr val="accent2"/>
    </dgm:fillClrLst>
    <dgm:linClrLst meth="repeat">
      <a:schemeClr val="accent2"/>
    </dgm:linClrLst>
    <dgm:effectClrLst/>
    <dgm:txLinClrLst/>
    <dgm:txFillClrLst/>
    <dgm:txEffectClrLst/>
  </dgm:styleLbl>
  <dgm:styleLbl name="parChTrans2D3">
    <dgm:fillClrLst meth="repeat">
      <a:schemeClr val="accent2"/>
    </dgm:fillClrLst>
    <dgm:linClrLst meth="repeat">
      <a:schemeClr val="accent2"/>
    </dgm:linClrLst>
    <dgm:effectClrLst/>
    <dgm:txLinClrLst/>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conFg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align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trAlignAcc1">
    <dgm:fillClrLst meth="repeat">
      <a:schemeClr val="accent2">
        <a:alpha val="40000"/>
        <a:tint val="40000"/>
      </a:schemeClr>
    </dgm:fillClrLst>
    <dgm:linClrLst meth="repeat">
      <a:schemeClr val="accent2"/>
    </dgm:linClrLst>
    <dgm:effectClrLst/>
    <dgm:txLinClrLst/>
    <dgm:txFillClrLst meth="repeat">
      <a:schemeClr val="dk1"/>
    </dgm:txFillClrLst>
    <dgm:txEffectClrLst/>
  </dgm:styleLbl>
  <dgm:styleLbl name="bg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accent2">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accent2">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accent2">
        <a:alpha val="90000"/>
      </a:schemeClr>
    </dgm:linClrLst>
    <dgm:effectClrLst/>
    <dgm:txLinClrLst/>
    <dgm:txFillClrLst meth="repeat">
      <a:schemeClr val="dk1"/>
    </dgm:txFillClrLst>
    <dgm:txEffectClrLst/>
  </dgm:styleLbl>
  <dgm:styleLbl name="fgAcc0">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2">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3">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4">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2_1">
  <dgm:title val=""/>
  <dgm:desc val=""/>
  <dgm:catLst>
    <dgm:cat type="accent2" pri="11100"/>
  </dgm:catLst>
  <dgm:styleLbl name="node0">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accent2">
        <a:shade val="80000"/>
      </a:schemeClr>
    </dgm:linClrLst>
    <dgm:effectClrLst/>
    <dgm:txLinClrLst/>
    <dgm:txFillClrLst/>
    <dgm:txEffectClrLst/>
  </dgm:styleLbl>
  <dgm:styleLbl name="node2">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fgImgPlace1">
    <dgm:fillClrLst meth="repeat">
      <a:schemeClr val="accent2">
        <a:tint val="40000"/>
      </a:schemeClr>
    </dgm:fillClrLst>
    <dgm:linClrLst meth="repeat">
      <a:schemeClr val="accent2">
        <a:shade val="80000"/>
      </a:schemeClr>
    </dgm:linClrLst>
    <dgm:effectClrLst/>
    <dgm:txLinClrLst/>
    <dgm:txFillClrLst meth="repeat">
      <a:schemeClr val="lt1"/>
    </dgm:txFillClrLst>
    <dgm:txEffectClrLst/>
  </dgm:styleLbl>
  <dgm:styleLbl name="alignImgPlace1">
    <dgm:fillClrLst meth="repeat">
      <a:schemeClr val="accent2">
        <a:tint val="40000"/>
      </a:schemeClr>
    </dgm:fillClrLst>
    <dgm:linClrLst meth="repeat">
      <a:schemeClr val="accent2">
        <a:shade val="80000"/>
      </a:schemeClr>
    </dgm:linClrLst>
    <dgm:effectClrLst/>
    <dgm:txLinClrLst/>
    <dgm:txFillClrLst meth="repeat">
      <a:schemeClr val="lt1"/>
    </dgm:txFillClrLst>
    <dgm:txEffectClrLst/>
  </dgm:styleLbl>
  <dgm:styleLbl name="bgImgPlace1">
    <dgm:fillClrLst meth="repeat">
      <a:schemeClr val="accent2">
        <a:tint val="40000"/>
      </a:schemeClr>
    </dgm:fillClrLst>
    <dgm:linClrLst meth="repeat">
      <a:schemeClr val="accent2">
        <a:shade val="80000"/>
      </a:schemeClr>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meth="repeat">
      <a:schemeClr val="dk1"/>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meth="repeat">
      <a:schemeClr val="dk1"/>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meth="repeat">
      <a:schemeClr val="dk1"/>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dgm:linClrLst>
    <dgm:effectClrLst/>
    <dgm:txLinClrLst/>
    <dgm:txFillClrLst meth="repeat">
      <a:schemeClr val="tx1"/>
    </dgm:txFillClrLst>
    <dgm:txEffectClrLst/>
  </dgm:styleLbl>
  <dgm:styleLbl name="asst0">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dgm:txEffectClrLst/>
  </dgm:styleLbl>
  <dgm:styleLbl name="parChTrans2D2">
    <dgm:fillClrLst meth="repeat">
      <a:schemeClr val="accent2"/>
    </dgm:fillClrLst>
    <dgm:linClrLst meth="repeat">
      <a:schemeClr val="accent2"/>
    </dgm:linClrLst>
    <dgm:effectClrLst/>
    <dgm:txLinClrLst/>
    <dgm:txFillClrLst/>
    <dgm:txEffectClrLst/>
  </dgm:styleLbl>
  <dgm:styleLbl name="parChTrans2D3">
    <dgm:fillClrLst meth="repeat">
      <a:schemeClr val="accent2"/>
    </dgm:fillClrLst>
    <dgm:linClrLst meth="repeat">
      <a:schemeClr val="accent2"/>
    </dgm:linClrLst>
    <dgm:effectClrLst/>
    <dgm:txLinClrLst/>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conFg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align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trAlignAcc1">
    <dgm:fillClrLst meth="repeat">
      <a:schemeClr val="accent2">
        <a:alpha val="40000"/>
        <a:tint val="40000"/>
      </a:schemeClr>
    </dgm:fillClrLst>
    <dgm:linClrLst meth="repeat">
      <a:schemeClr val="accent2"/>
    </dgm:linClrLst>
    <dgm:effectClrLst/>
    <dgm:txLinClrLst/>
    <dgm:txFillClrLst meth="repeat">
      <a:schemeClr val="dk1"/>
    </dgm:txFillClrLst>
    <dgm:txEffectClrLst/>
  </dgm:styleLbl>
  <dgm:styleLbl name="bg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accent2">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accent2">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accent2">
        <a:alpha val="90000"/>
      </a:schemeClr>
    </dgm:linClrLst>
    <dgm:effectClrLst/>
    <dgm:txLinClrLst/>
    <dgm:txFillClrLst meth="repeat">
      <a:schemeClr val="dk1"/>
    </dgm:txFillClrLst>
    <dgm:txEffectClrLst/>
  </dgm:styleLbl>
  <dgm:styleLbl name="fgAcc0">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2">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3">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4">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C34F6902-3D28-427A-962B-800B17CD0E76}" type="doc">
      <dgm:prSet loTypeId="urn:microsoft.com/office/officeart/2005/8/layout/default#46" loCatId="list" qsTypeId="urn:microsoft.com/office/officeart/2005/8/quickstyle/simple1" qsCatId="simple" csTypeId="urn:microsoft.com/office/officeart/2005/8/colors/accent2_1" csCatId="accent2" phldr="1"/>
      <dgm:spPr/>
      <dgm:t>
        <a:bodyPr/>
        <a:lstStyle/>
        <a:p>
          <a:endParaRPr lang="en-US"/>
        </a:p>
      </dgm:t>
    </dgm:pt>
    <dgm:pt modelId="{37E9E550-67D3-453B-A363-4040EB9DE0BE}">
      <dgm:prSet phldrT="[Text]"/>
      <dgm:spPr/>
      <dgm:t>
        <a:bodyPr/>
        <a:lstStyle/>
        <a:p>
          <a:r>
            <a:rPr lang="en-US" b="1" dirty="0" smtClean="0">
              <a:solidFill>
                <a:schemeClr val="accent3">
                  <a:lumMod val="75000"/>
                </a:schemeClr>
              </a:solidFill>
              <a:latin typeface="Raleway Medium" panose="020B0604020202020204" charset="0"/>
            </a:rPr>
            <a:t>X-Ray</a:t>
          </a:r>
          <a:endParaRPr lang="en-US" b="1" dirty="0">
            <a:solidFill>
              <a:schemeClr val="accent3">
                <a:lumMod val="75000"/>
              </a:schemeClr>
            </a:solidFill>
            <a:latin typeface="Raleway Medium" panose="020B0604020202020204" charset="0"/>
          </a:endParaRPr>
        </a:p>
      </dgm:t>
    </dgm:pt>
    <dgm:pt modelId="{9D6CDA11-C2C7-46D0-A01B-48E05D951106}" type="parTrans" cxnId="{B249347B-EB7B-481D-B634-4E8FADA4267D}">
      <dgm:prSet/>
      <dgm:spPr/>
      <dgm:t>
        <a:bodyPr/>
        <a:lstStyle/>
        <a:p>
          <a:endParaRPr lang="en-US"/>
        </a:p>
      </dgm:t>
    </dgm:pt>
    <dgm:pt modelId="{B4A246F1-91F8-479B-BB37-1D22FBFE0169}" type="sibTrans" cxnId="{B249347B-EB7B-481D-B634-4E8FADA4267D}">
      <dgm:prSet/>
      <dgm:spPr/>
      <dgm:t>
        <a:bodyPr/>
        <a:lstStyle/>
        <a:p>
          <a:endParaRPr lang="en-US"/>
        </a:p>
      </dgm:t>
    </dgm:pt>
    <dgm:pt modelId="{BAFE42D3-6738-437E-BC69-DED1ECAF4AB1}">
      <dgm:prSet phldrT="[Text]"/>
      <dgm:spPr/>
      <dgm:t>
        <a:bodyPr/>
        <a:lstStyle/>
        <a:p>
          <a:r>
            <a:rPr lang="en-US" b="1" dirty="0" smtClean="0">
              <a:solidFill>
                <a:schemeClr val="accent3">
                  <a:lumMod val="75000"/>
                </a:schemeClr>
              </a:solidFill>
              <a:latin typeface="Raleway Medium" panose="020B0604020202020204" charset="0"/>
            </a:rPr>
            <a:t>CT scan </a:t>
          </a:r>
          <a:endParaRPr lang="en-US" b="1" dirty="0">
            <a:solidFill>
              <a:schemeClr val="accent3">
                <a:lumMod val="75000"/>
              </a:schemeClr>
            </a:solidFill>
            <a:latin typeface="Raleway Medium" panose="020B0604020202020204" charset="0"/>
          </a:endParaRPr>
        </a:p>
      </dgm:t>
    </dgm:pt>
    <dgm:pt modelId="{5043CE62-B69F-4022-AB40-FD49A783642E}" type="parTrans" cxnId="{82A3EE7E-5906-4CAB-B19D-CE88EF76E6D4}">
      <dgm:prSet/>
      <dgm:spPr/>
      <dgm:t>
        <a:bodyPr/>
        <a:lstStyle/>
        <a:p>
          <a:endParaRPr lang="en-US"/>
        </a:p>
      </dgm:t>
    </dgm:pt>
    <dgm:pt modelId="{CEBF2329-2535-47FE-9E04-CCBCAE831C4B}" type="sibTrans" cxnId="{82A3EE7E-5906-4CAB-B19D-CE88EF76E6D4}">
      <dgm:prSet/>
      <dgm:spPr/>
      <dgm:t>
        <a:bodyPr/>
        <a:lstStyle/>
        <a:p>
          <a:endParaRPr lang="en-US"/>
        </a:p>
      </dgm:t>
    </dgm:pt>
    <dgm:pt modelId="{7ECB327D-E2F0-4610-A96B-3C271EAD136A}">
      <dgm:prSet phldrT="[Text]"/>
      <dgm:spPr/>
      <dgm:t>
        <a:bodyPr/>
        <a:lstStyle/>
        <a:p>
          <a:r>
            <a:rPr lang="en-US" b="1" dirty="0" smtClean="0">
              <a:solidFill>
                <a:schemeClr val="accent3">
                  <a:lumMod val="75000"/>
                </a:schemeClr>
              </a:solidFill>
              <a:latin typeface="Raleway Medium" panose="020B0604020202020204" charset="0"/>
            </a:rPr>
            <a:t>MRI</a:t>
          </a:r>
          <a:endParaRPr lang="en-US" b="1" dirty="0">
            <a:solidFill>
              <a:schemeClr val="accent3">
                <a:lumMod val="75000"/>
              </a:schemeClr>
            </a:solidFill>
            <a:latin typeface="Raleway Medium" panose="020B0604020202020204" charset="0"/>
          </a:endParaRPr>
        </a:p>
      </dgm:t>
    </dgm:pt>
    <dgm:pt modelId="{7C2E9162-0973-4ACF-A601-51C94C600807}" type="parTrans" cxnId="{BE1AC3AF-8575-4B02-8BAE-2DA94FDFFC6E}">
      <dgm:prSet/>
      <dgm:spPr/>
      <dgm:t>
        <a:bodyPr/>
        <a:lstStyle/>
        <a:p>
          <a:endParaRPr lang="en-US"/>
        </a:p>
      </dgm:t>
    </dgm:pt>
    <dgm:pt modelId="{EF7DD5B3-1841-4E24-B7C7-0BA43581B38B}" type="sibTrans" cxnId="{BE1AC3AF-8575-4B02-8BAE-2DA94FDFFC6E}">
      <dgm:prSet/>
      <dgm:spPr/>
      <dgm:t>
        <a:bodyPr/>
        <a:lstStyle/>
        <a:p>
          <a:endParaRPr lang="en-US"/>
        </a:p>
      </dgm:t>
    </dgm:pt>
    <dgm:pt modelId="{BA178021-9802-49F5-9108-3EA5279E2D5F}">
      <dgm:prSet phldrT="[Text]"/>
      <dgm:spPr/>
      <dgm:t>
        <a:bodyPr/>
        <a:lstStyle/>
        <a:p>
          <a:r>
            <a:rPr lang="en-US" b="1" dirty="0" smtClean="0">
              <a:solidFill>
                <a:schemeClr val="accent3">
                  <a:lumMod val="75000"/>
                </a:schemeClr>
              </a:solidFill>
              <a:latin typeface="Raleway Medium" panose="020B0604020202020204" charset="0"/>
            </a:rPr>
            <a:t>Ultrasound</a:t>
          </a:r>
          <a:endParaRPr lang="en-US" b="1" dirty="0">
            <a:solidFill>
              <a:schemeClr val="accent3">
                <a:lumMod val="75000"/>
              </a:schemeClr>
            </a:solidFill>
            <a:latin typeface="Raleway Medium" panose="020B0604020202020204" charset="0"/>
          </a:endParaRPr>
        </a:p>
      </dgm:t>
    </dgm:pt>
    <dgm:pt modelId="{66837286-F7FF-465E-9229-AB5A08FAE15A}" type="parTrans" cxnId="{C77FE46A-53EE-438B-B187-D9C96310B361}">
      <dgm:prSet/>
      <dgm:spPr/>
      <dgm:t>
        <a:bodyPr/>
        <a:lstStyle/>
        <a:p>
          <a:endParaRPr lang="en-US"/>
        </a:p>
      </dgm:t>
    </dgm:pt>
    <dgm:pt modelId="{3C345131-1908-49DB-9FC9-FFE6775E7BFC}" type="sibTrans" cxnId="{C77FE46A-53EE-438B-B187-D9C96310B361}">
      <dgm:prSet/>
      <dgm:spPr/>
      <dgm:t>
        <a:bodyPr/>
        <a:lstStyle/>
        <a:p>
          <a:endParaRPr lang="en-US"/>
        </a:p>
      </dgm:t>
    </dgm:pt>
    <dgm:pt modelId="{2959D91E-12D7-4DB1-8EDE-00D6566CF82A}">
      <dgm:prSet phldrT="[Text]"/>
      <dgm:spPr/>
      <dgm:t>
        <a:bodyPr/>
        <a:lstStyle/>
        <a:p>
          <a:r>
            <a:rPr lang="en-US" b="1" dirty="0" smtClean="0">
              <a:solidFill>
                <a:schemeClr val="accent3">
                  <a:lumMod val="75000"/>
                </a:schemeClr>
              </a:solidFill>
              <a:latin typeface="Raleway Medium" panose="020B0604020202020204" charset="0"/>
            </a:rPr>
            <a:t>Microscopy</a:t>
          </a:r>
          <a:endParaRPr lang="en-US" b="1" dirty="0">
            <a:solidFill>
              <a:schemeClr val="accent3">
                <a:lumMod val="75000"/>
              </a:schemeClr>
            </a:solidFill>
            <a:latin typeface="Raleway Medium" panose="020B0604020202020204" charset="0"/>
          </a:endParaRPr>
        </a:p>
      </dgm:t>
    </dgm:pt>
    <dgm:pt modelId="{D406E873-7D75-42C2-9713-E8AC670FC4C6}" type="parTrans" cxnId="{3F8E2187-E909-4F07-9F9E-CA03C81D8ED2}">
      <dgm:prSet/>
      <dgm:spPr/>
      <dgm:t>
        <a:bodyPr/>
        <a:lstStyle/>
        <a:p>
          <a:endParaRPr lang="en-US"/>
        </a:p>
      </dgm:t>
    </dgm:pt>
    <dgm:pt modelId="{C83D4DE6-272E-4DD2-95CD-3C7F4C55A1EB}" type="sibTrans" cxnId="{3F8E2187-E909-4F07-9F9E-CA03C81D8ED2}">
      <dgm:prSet/>
      <dgm:spPr/>
      <dgm:t>
        <a:bodyPr/>
        <a:lstStyle/>
        <a:p>
          <a:endParaRPr lang="en-US"/>
        </a:p>
      </dgm:t>
    </dgm:pt>
    <dgm:pt modelId="{B97DAA93-A9A0-44F5-8C06-EE9DB1BCA6CF}">
      <dgm:prSet phldrT="[Text]"/>
      <dgm:spPr/>
      <dgm:t>
        <a:bodyPr/>
        <a:lstStyle/>
        <a:p>
          <a:r>
            <a:rPr lang="en-US" b="1" dirty="0" smtClean="0">
              <a:solidFill>
                <a:schemeClr val="accent3">
                  <a:lumMod val="75000"/>
                </a:schemeClr>
              </a:solidFill>
              <a:latin typeface="Raleway Medium" panose="020B0604020202020204" charset="0"/>
            </a:rPr>
            <a:t>Nuclear Medicine</a:t>
          </a:r>
          <a:endParaRPr lang="en-US" b="1" dirty="0">
            <a:solidFill>
              <a:schemeClr val="accent3">
                <a:lumMod val="75000"/>
              </a:schemeClr>
            </a:solidFill>
            <a:latin typeface="Raleway Medium" panose="020B0604020202020204" charset="0"/>
          </a:endParaRPr>
        </a:p>
      </dgm:t>
    </dgm:pt>
    <dgm:pt modelId="{F7848B26-740E-470D-AA96-EE1118250D92}" type="parTrans" cxnId="{71680566-C2CD-41A1-B199-4D4BE875B444}">
      <dgm:prSet/>
      <dgm:spPr/>
      <dgm:t>
        <a:bodyPr/>
        <a:lstStyle/>
        <a:p>
          <a:endParaRPr lang="en-US"/>
        </a:p>
      </dgm:t>
    </dgm:pt>
    <dgm:pt modelId="{9C8564A5-14D7-43E2-A845-08577BA0C1C2}" type="sibTrans" cxnId="{71680566-C2CD-41A1-B199-4D4BE875B444}">
      <dgm:prSet/>
      <dgm:spPr/>
      <dgm:t>
        <a:bodyPr/>
        <a:lstStyle/>
        <a:p>
          <a:endParaRPr lang="en-US"/>
        </a:p>
      </dgm:t>
    </dgm:pt>
    <dgm:pt modelId="{76E30D60-CEB3-4DED-B1DA-283E2BE72FFA}">
      <dgm:prSet phldrT="[Text]"/>
      <dgm:spPr/>
      <dgm:t>
        <a:bodyPr/>
        <a:lstStyle/>
        <a:p>
          <a:r>
            <a:rPr lang="en-US" b="1" i="0" dirty="0" smtClean="0">
              <a:solidFill>
                <a:srgbClr val="C00000"/>
              </a:solidFill>
              <a:latin typeface="Raleway Medium" charset="0"/>
            </a:rPr>
            <a:t>PET</a:t>
          </a:r>
          <a:endParaRPr lang="en-US" b="1" dirty="0">
            <a:solidFill>
              <a:srgbClr val="C00000"/>
            </a:solidFill>
            <a:latin typeface="Raleway Medium" charset="0"/>
          </a:endParaRPr>
        </a:p>
      </dgm:t>
    </dgm:pt>
    <dgm:pt modelId="{AFC69877-5687-4238-963D-7D0522B1325C}" type="parTrans" cxnId="{CB931FFF-16E5-4F06-ACF1-DFEB619453F9}">
      <dgm:prSet/>
      <dgm:spPr/>
    </dgm:pt>
    <dgm:pt modelId="{1922FA59-BF46-493B-AF67-EA1C8D9E9A28}" type="sibTrans" cxnId="{CB931FFF-16E5-4F06-ACF1-DFEB619453F9}">
      <dgm:prSet/>
      <dgm:spPr/>
    </dgm:pt>
    <dgm:pt modelId="{05738C0F-0C83-4387-9C8F-8230F3C5BE1F}">
      <dgm:prSet phldrT="[Text]"/>
      <dgm:spPr/>
      <dgm:t>
        <a:bodyPr/>
        <a:lstStyle/>
        <a:p>
          <a:r>
            <a:rPr lang="en-US" b="1" i="0" dirty="0" smtClean="0">
              <a:solidFill>
                <a:srgbClr val="C00000"/>
              </a:solidFill>
              <a:latin typeface="Raleway Medium" charset="0"/>
            </a:rPr>
            <a:t>SPECT</a:t>
          </a:r>
          <a:endParaRPr lang="en-US" b="1" dirty="0">
            <a:solidFill>
              <a:srgbClr val="C00000"/>
            </a:solidFill>
            <a:latin typeface="Raleway Medium" charset="0"/>
          </a:endParaRPr>
        </a:p>
      </dgm:t>
    </dgm:pt>
    <dgm:pt modelId="{60E1DF95-5559-4AFF-B9AD-CB42EC3DFA3A}" type="parTrans" cxnId="{F80525E4-050E-4658-95F2-FAD82A8FF305}">
      <dgm:prSet/>
      <dgm:spPr/>
    </dgm:pt>
    <dgm:pt modelId="{17BB03F4-43F6-46DD-989C-EDC74709F94C}" type="sibTrans" cxnId="{F80525E4-050E-4658-95F2-FAD82A8FF305}">
      <dgm:prSet/>
      <dgm:spPr/>
    </dgm:pt>
    <dgm:pt modelId="{E51572CA-75FA-4572-B831-8E6D81D2E640}" type="pres">
      <dgm:prSet presAssocID="{C34F6902-3D28-427A-962B-800B17CD0E76}" presName="diagram" presStyleCnt="0">
        <dgm:presLayoutVars>
          <dgm:dir/>
          <dgm:resizeHandles val="exact"/>
        </dgm:presLayoutVars>
      </dgm:prSet>
      <dgm:spPr/>
      <dgm:t>
        <a:bodyPr/>
        <a:lstStyle/>
        <a:p>
          <a:endParaRPr lang="en-US"/>
        </a:p>
      </dgm:t>
    </dgm:pt>
    <dgm:pt modelId="{7D34D8FE-1B26-4E60-B892-F19502A11C88}" type="pres">
      <dgm:prSet presAssocID="{37E9E550-67D3-453B-A363-4040EB9DE0BE}" presName="node" presStyleLbl="node1" presStyleIdx="0" presStyleCnt="8">
        <dgm:presLayoutVars>
          <dgm:bulletEnabled val="1"/>
        </dgm:presLayoutVars>
      </dgm:prSet>
      <dgm:spPr/>
      <dgm:t>
        <a:bodyPr/>
        <a:lstStyle/>
        <a:p>
          <a:endParaRPr lang="en-US"/>
        </a:p>
      </dgm:t>
    </dgm:pt>
    <dgm:pt modelId="{0D667E9E-0D67-434B-8627-8BB827872696}" type="pres">
      <dgm:prSet presAssocID="{B4A246F1-91F8-479B-BB37-1D22FBFE0169}" presName="sibTrans" presStyleCnt="0"/>
      <dgm:spPr/>
    </dgm:pt>
    <dgm:pt modelId="{A6579805-B335-4909-B77F-D5B5883DDDC8}" type="pres">
      <dgm:prSet presAssocID="{BAFE42D3-6738-437E-BC69-DED1ECAF4AB1}" presName="node" presStyleLbl="node1" presStyleIdx="1" presStyleCnt="8">
        <dgm:presLayoutVars>
          <dgm:bulletEnabled val="1"/>
        </dgm:presLayoutVars>
      </dgm:prSet>
      <dgm:spPr/>
      <dgm:t>
        <a:bodyPr/>
        <a:lstStyle/>
        <a:p>
          <a:endParaRPr lang="en-US"/>
        </a:p>
      </dgm:t>
    </dgm:pt>
    <dgm:pt modelId="{6B2F3694-CA82-4747-B602-CEDE6564AACC}" type="pres">
      <dgm:prSet presAssocID="{CEBF2329-2535-47FE-9E04-CCBCAE831C4B}" presName="sibTrans" presStyleCnt="0"/>
      <dgm:spPr/>
    </dgm:pt>
    <dgm:pt modelId="{B1F1F131-3A8F-413A-A598-B64B3258B07F}" type="pres">
      <dgm:prSet presAssocID="{7ECB327D-E2F0-4610-A96B-3C271EAD136A}" presName="node" presStyleLbl="node1" presStyleIdx="2" presStyleCnt="8">
        <dgm:presLayoutVars>
          <dgm:bulletEnabled val="1"/>
        </dgm:presLayoutVars>
      </dgm:prSet>
      <dgm:spPr/>
      <dgm:t>
        <a:bodyPr/>
        <a:lstStyle/>
        <a:p>
          <a:endParaRPr lang="en-US"/>
        </a:p>
      </dgm:t>
    </dgm:pt>
    <dgm:pt modelId="{60546264-ED74-4D16-904A-9020FB33A60C}" type="pres">
      <dgm:prSet presAssocID="{EF7DD5B3-1841-4E24-B7C7-0BA43581B38B}" presName="sibTrans" presStyleCnt="0"/>
      <dgm:spPr/>
    </dgm:pt>
    <dgm:pt modelId="{46CC6756-3195-4FC3-B52D-AF383BF8CB02}" type="pres">
      <dgm:prSet presAssocID="{BA178021-9802-49F5-9108-3EA5279E2D5F}" presName="node" presStyleLbl="node1" presStyleIdx="3" presStyleCnt="8">
        <dgm:presLayoutVars>
          <dgm:bulletEnabled val="1"/>
        </dgm:presLayoutVars>
      </dgm:prSet>
      <dgm:spPr/>
      <dgm:t>
        <a:bodyPr/>
        <a:lstStyle/>
        <a:p>
          <a:endParaRPr lang="en-US"/>
        </a:p>
      </dgm:t>
    </dgm:pt>
    <dgm:pt modelId="{393B8CBB-4584-4E32-8136-E4CC6DDBE38E}" type="pres">
      <dgm:prSet presAssocID="{3C345131-1908-49DB-9FC9-FFE6775E7BFC}" presName="sibTrans" presStyleCnt="0"/>
      <dgm:spPr/>
    </dgm:pt>
    <dgm:pt modelId="{A03E0F93-910C-4401-9901-23D28703C5E0}" type="pres">
      <dgm:prSet presAssocID="{2959D91E-12D7-4DB1-8EDE-00D6566CF82A}" presName="node" presStyleLbl="node1" presStyleIdx="4" presStyleCnt="8">
        <dgm:presLayoutVars>
          <dgm:bulletEnabled val="1"/>
        </dgm:presLayoutVars>
      </dgm:prSet>
      <dgm:spPr/>
      <dgm:t>
        <a:bodyPr/>
        <a:lstStyle/>
        <a:p>
          <a:endParaRPr lang="en-US"/>
        </a:p>
      </dgm:t>
    </dgm:pt>
    <dgm:pt modelId="{CE2FCE41-2589-4E4B-84E4-0C2CD3BA150E}" type="pres">
      <dgm:prSet presAssocID="{C83D4DE6-272E-4DD2-95CD-3C7F4C55A1EB}" presName="sibTrans" presStyleCnt="0"/>
      <dgm:spPr/>
    </dgm:pt>
    <dgm:pt modelId="{A92CD440-97FD-4D43-B139-F7BB6BBD040D}" type="pres">
      <dgm:prSet presAssocID="{B97DAA93-A9A0-44F5-8C06-EE9DB1BCA6CF}" presName="node" presStyleLbl="node1" presStyleIdx="5" presStyleCnt="8">
        <dgm:presLayoutVars>
          <dgm:bulletEnabled val="1"/>
        </dgm:presLayoutVars>
      </dgm:prSet>
      <dgm:spPr/>
      <dgm:t>
        <a:bodyPr/>
        <a:lstStyle/>
        <a:p>
          <a:endParaRPr lang="en-US"/>
        </a:p>
      </dgm:t>
    </dgm:pt>
    <dgm:pt modelId="{E4B9A91C-0EF0-4B69-9249-89D6446215B9}" type="pres">
      <dgm:prSet presAssocID="{9C8564A5-14D7-43E2-A845-08577BA0C1C2}" presName="sibTrans" presStyleCnt="0"/>
      <dgm:spPr/>
    </dgm:pt>
    <dgm:pt modelId="{A6C81FE5-7E73-4E47-8D7A-46257123E44B}" type="pres">
      <dgm:prSet presAssocID="{76E30D60-CEB3-4DED-B1DA-283E2BE72FFA}" presName="node" presStyleLbl="node1" presStyleIdx="6" presStyleCnt="8">
        <dgm:presLayoutVars>
          <dgm:bulletEnabled val="1"/>
        </dgm:presLayoutVars>
      </dgm:prSet>
      <dgm:spPr/>
      <dgm:t>
        <a:bodyPr/>
        <a:lstStyle/>
        <a:p>
          <a:endParaRPr lang="en-US"/>
        </a:p>
      </dgm:t>
    </dgm:pt>
    <dgm:pt modelId="{EE4C24F3-5F6B-41B2-BB78-4CFBC3BB1BF6}" type="pres">
      <dgm:prSet presAssocID="{1922FA59-BF46-493B-AF67-EA1C8D9E9A28}" presName="sibTrans" presStyleCnt="0"/>
      <dgm:spPr/>
    </dgm:pt>
    <dgm:pt modelId="{75A9B9DA-A922-4EFF-B791-6101E66264D1}" type="pres">
      <dgm:prSet presAssocID="{05738C0F-0C83-4387-9C8F-8230F3C5BE1F}" presName="node" presStyleLbl="node1" presStyleIdx="7" presStyleCnt="8">
        <dgm:presLayoutVars>
          <dgm:bulletEnabled val="1"/>
        </dgm:presLayoutVars>
      </dgm:prSet>
      <dgm:spPr/>
      <dgm:t>
        <a:bodyPr/>
        <a:lstStyle/>
        <a:p>
          <a:endParaRPr lang="en-US"/>
        </a:p>
      </dgm:t>
    </dgm:pt>
  </dgm:ptLst>
  <dgm:cxnLst>
    <dgm:cxn modelId="{249F2B70-BAF9-4AEA-8193-12C017891956}" type="presOf" srcId="{76E30D60-CEB3-4DED-B1DA-283E2BE72FFA}" destId="{A6C81FE5-7E73-4E47-8D7A-46257123E44B}" srcOrd="0" destOrd="0" presId="urn:microsoft.com/office/officeart/2005/8/layout/default#46"/>
    <dgm:cxn modelId="{EFF5B2CA-9465-4874-B368-6139F7DD0646}" type="presOf" srcId="{BA178021-9802-49F5-9108-3EA5279E2D5F}" destId="{46CC6756-3195-4FC3-B52D-AF383BF8CB02}" srcOrd="0" destOrd="0" presId="urn:microsoft.com/office/officeart/2005/8/layout/default#46"/>
    <dgm:cxn modelId="{B249347B-EB7B-481D-B634-4E8FADA4267D}" srcId="{C34F6902-3D28-427A-962B-800B17CD0E76}" destId="{37E9E550-67D3-453B-A363-4040EB9DE0BE}" srcOrd="0" destOrd="0" parTransId="{9D6CDA11-C2C7-46D0-A01B-48E05D951106}" sibTransId="{B4A246F1-91F8-479B-BB37-1D22FBFE0169}"/>
    <dgm:cxn modelId="{A38950CD-C362-45BB-BCEA-0EC1802F97DA}" type="presOf" srcId="{7ECB327D-E2F0-4610-A96B-3C271EAD136A}" destId="{B1F1F131-3A8F-413A-A598-B64B3258B07F}" srcOrd="0" destOrd="0" presId="urn:microsoft.com/office/officeart/2005/8/layout/default#46"/>
    <dgm:cxn modelId="{3F8E2187-E909-4F07-9F9E-CA03C81D8ED2}" srcId="{C34F6902-3D28-427A-962B-800B17CD0E76}" destId="{2959D91E-12D7-4DB1-8EDE-00D6566CF82A}" srcOrd="4" destOrd="0" parTransId="{D406E873-7D75-42C2-9713-E8AC670FC4C6}" sibTransId="{C83D4DE6-272E-4DD2-95CD-3C7F4C55A1EB}"/>
    <dgm:cxn modelId="{BE1AC3AF-8575-4B02-8BAE-2DA94FDFFC6E}" srcId="{C34F6902-3D28-427A-962B-800B17CD0E76}" destId="{7ECB327D-E2F0-4610-A96B-3C271EAD136A}" srcOrd="2" destOrd="0" parTransId="{7C2E9162-0973-4ACF-A601-51C94C600807}" sibTransId="{EF7DD5B3-1841-4E24-B7C7-0BA43581B38B}"/>
    <dgm:cxn modelId="{82A3EE7E-5906-4CAB-B19D-CE88EF76E6D4}" srcId="{C34F6902-3D28-427A-962B-800B17CD0E76}" destId="{BAFE42D3-6738-437E-BC69-DED1ECAF4AB1}" srcOrd="1" destOrd="0" parTransId="{5043CE62-B69F-4022-AB40-FD49A783642E}" sibTransId="{CEBF2329-2535-47FE-9E04-CCBCAE831C4B}"/>
    <dgm:cxn modelId="{0D68244F-7A8F-4039-A753-68A2540898AA}" type="presOf" srcId="{05738C0F-0C83-4387-9C8F-8230F3C5BE1F}" destId="{75A9B9DA-A922-4EFF-B791-6101E66264D1}" srcOrd="0" destOrd="0" presId="urn:microsoft.com/office/officeart/2005/8/layout/default#46"/>
    <dgm:cxn modelId="{71680566-C2CD-41A1-B199-4D4BE875B444}" srcId="{C34F6902-3D28-427A-962B-800B17CD0E76}" destId="{B97DAA93-A9A0-44F5-8C06-EE9DB1BCA6CF}" srcOrd="5" destOrd="0" parTransId="{F7848B26-740E-470D-AA96-EE1118250D92}" sibTransId="{9C8564A5-14D7-43E2-A845-08577BA0C1C2}"/>
    <dgm:cxn modelId="{7AB29776-3645-436C-A70F-460C559F246C}" type="presOf" srcId="{37E9E550-67D3-453B-A363-4040EB9DE0BE}" destId="{7D34D8FE-1B26-4E60-B892-F19502A11C88}" srcOrd="0" destOrd="0" presId="urn:microsoft.com/office/officeart/2005/8/layout/default#46"/>
    <dgm:cxn modelId="{CB931FFF-16E5-4F06-ACF1-DFEB619453F9}" srcId="{C34F6902-3D28-427A-962B-800B17CD0E76}" destId="{76E30D60-CEB3-4DED-B1DA-283E2BE72FFA}" srcOrd="6" destOrd="0" parTransId="{AFC69877-5687-4238-963D-7D0522B1325C}" sibTransId="{1922FA59-BF46-493B-AF67-EA1C8D9E9A28}"/>
    <dgm:cxn modelId="{F80525E4-050E-4658-95F2-FAD82A8FF305}" srcId="{C34F6902-3D28-427A-962B-800B17CD0E76}" destId="{05738C0F-0C83-4387-9C8F-8230F3C5BE1F}" srcOrd="7" destOrd="0" parTransId="{60E1DF95-5559-4AFF-B9AD-CB42EC3DFA3A}" sibTransId="{17BB03F4-43F6-46DD-989C-EDC74709F94C}"/>
    <dgm:cxn modelId="{C59F3900-263A-45A3-90BA-67351BF38C72}" type="presOf" srcId="{2959D91E-12D7-4DB1-8EDE-00D6566CF82A}" destId="{A03E0F93-910C-4401-9901-23D28703C5E0}" srcOrd="0" destOrd="0" presId="urn:microsoft.com/office/officeart/2005/8/layout/default#46"/>
    <dgm:cxn modelId="{C77FE46A-53EE-438B-B187-D9C96310B361}" srcId="{C34F6902-3D28-427A-962B-800B17CD0E76}" destId="{BA178021-9802-49F5-9108-3EA5279E2D5F}" srcOrd="3" destOrd="0" parTransId="{66837286-F7FF-465E-9229-AB5A08FAE15A}" sibTransId="{3C345131-1908-49DB-9FC9-FFE6775E7BFC}"/>
    <dgm:cxn modelId="{B0B99BF9-C43A-4C01-B6F8-59051BD5AE9F}" type="presOf" srcId="{B97DAA93-A9A0-44F5-8C06-EE9DB1BCA6CF}" destId="{A92CD440-97FD-4D43-B139-F7BB6BBD040D}" srcOrd="0" destOrd="0" presId="urn:microsoft.com/office/officeart/2005/8/layout/default#46"/>
    <dgm:cxn modelId="{1FB6BAB6-2E0D-46A5-B7BA-7D2643F3D36D}" type="presOf" srcId="{C34F6902-3D28-427A-962B-800B17CD0E76}" destId="{E51572CA-75FA-4572-B831-8E6D81D2E640}" srcOrd="0" destOrd="0" presId="urn:microsoft.com/office/officeart/2005/8/layout/default#46"/>
    <dgm:cxn modelId="{C0DC274B-863D-4260-B8EE-F80D5C1A0C9A}" type="presOf" srcId="{BAFE42D3-6738-437E-BC69-DED1ECAF4AB1}" destId="{A6579805-B335-4909-B77F-D5B5883DDDC8}" srcOrd="0" destOrd="0" presId="urn:microsoft.com/office/officeart/2005/8/layout/default#46"/>
    <dgm:cxn modelId="{FDCE6ACF-4B3C-4324-80AB-B699FBBED615}" type="presParOf" srcId="{E51572CA-75FA-4572-B831-8E6D81D2E640}" destId="{7D34D8FE-1B26-4E60-B892-F19502A11C88}" srcOrd="0" destOrd="0" presId="urn:microsoft.com/office/officeart/2005/8/layout/default#46"/>
    <dgm:cxn modelId="{B6E11C85-E351-4639-B451-B7F9BF53630C}" type="presParOf" srcId="{E51572CA-75FA-4572-B831-8E6D81D2E640}" destId="{0D667E9E-0D67-434B-8627-8BB827872696}" srcOrd="1" destOrd="0" presId="urn:microsoft.com/office/officeart/2005/8/layout/default#46"/>
    <dgm:cxn modelId="{61CB1794-B7DD-477F-87DF-399F7CF2E39A}" type="presParOf" srcId="{E51572CA-75FA-4572-B831-8E6D81D2E640}" destId="{A6579805-B335-4909-B77F-D5B5883DDDC8}" srcOrd="2" destOrd="0" presId="urn:microsoft.com/office/officeart/2005/8/layout/default#46"/>
    <dgm:cxn modelId="{8C3E4B1B-6BC3-4B97-AD74-7ABE3EFF374D}" type="presParOf" srcId="{E51572CA-75FA-4572-B831-8E6D81D2E640}" destId="{6B2F3694-CA82-4747-B602-CEDE6564AACC}" srcOrd="3" destOrd="0" presId="urn:microsoft.com/office/officeart/2005/8/layout/default#46"/>
    <dgm:cxn modelId="{E5FF3E99-1E9E-4DDE-85B4-2B456058DC00}" type="presParOf" srcId="{E51572CA-75FA-4572-B831-8E6D81D2E640}" destId="{B1F1F131-3A8F-413A-A598-B64B3258B07F}" srcOrd="4" destOrd="0" presId="urn:microsoft.com/office/officeart/2005/8/layout/default#46"/>
    <dgm:cxn modelId="{A2C4FB88-8E9E-46A9-B325-62A2A9336856}" type="presParOf" srcId="{E51572CA-75FA-4572-B831-8E6D81D2E640}" destId="{60546264-ED74-4D16-904A-9020FB33A60C}" srcOrd="5" destOrd="0" presId="urn:microsoft.com/office/officeart/2005/8/layout/default#46"/>
    <dgm:cxn modelId="{12874C6D-A5D9-4944-B13D-7BE7918EEBD2}" type="presParOf" srcId="{E51572CA-75FA-4572-B831-8E6D81D2E640}" destId="{46CC6756-3195-4FC3-B52D-AF383BF8CB02}" srcOrd="6" destOrd="0" presId="urn:microsoft.com/office/officeart/2005/8/layout/default#46"/>
    <dgm:cxn modelId="{91987851-D0BC-4657-A8D3-60FFC3EEF67E}" type="presParOf" srcId="{E51572CA-75FA-4572-B831-8E6D81D2E640}" destId="{393B8CBB-4584-4E32-8136-E4CC6DDBE38E}" srcOrd="7" destOrd="0" presId="urn:microsoft.com/office/officeart/2005/8/layout/default#46"/>
    <dgm:cxn modelId="{3E58040F-B8DC-4001-B27F-EBE6C9667D3B}" type="presParOf" srcId="{E51572CA-75FA-4572-B831-8E6D81D2E640}" destId="{A03E0F93-910C-4401-9901-23D28703C5E0}" srcOrd="8" destOrd="0" presId="urn:microsoft.com/office/officeart/2005/8/layout/default#46"/>
    <dgm:cxn modelId="{6D0FB229-942A-411B-8324-09A58CAD35BF}" type="presParOf" srcId="{E51572CA-75FA-4572-B831-8E6D81D2E640}" destId="{CE2FCE41-2589-4E4B-84E4-0C2CD3BA150E}" srcOrd="9" destOrd="0" presId="urn:microsoft.com/office/officeart/2005/8/layout/default#46"/>
    <dgm:cxn modelId="{B9CE3274-2AA8-4AF6-9ADA-7A6B002E15B2}" type="presParOf" srcId="{E51572CA-75FA-4572-B831-8E6D81D2E640}" destId="{A92CD440-97FD-4D43-B139-F7BB6BBD040D}" srcOrd="10" destOrd="0" presId="urn:microsoft.com/office/officeart/2005/8/layout/default#46"/>
    <dgm:cxn modelId="{5A7674FD-9DCB-46BE-A12D-A3A4796DC575}" type="presParOf" srcId="{E51572CA-75FA-4572-B831-8E6D81D2E640}" destId="{E4B9A91C-0EF0-4B69-9249-89D6446215B9}" srcOrd="11" destOrd="0" presId="urn:microsoft.com/office/officeart/2005/8/layout/default#46"/>
    <dgm:cxn modelId="{F71A62A9-69EB-4ED3-9704-BE16E1D25107}" type="presParOf" srcId="{E51572CA-75FA-4572-B831-8E6D81D2E640}" destId="{A6C81FE5-7E73-4E47-8D7A-46257123E44B}" srcOrd="12" destOrd="0" presId="urn:microsoft.com/office/officeart/2005/8/layout/default#46"/>
    <dgm:cxn modelId="{3BA3382F-016E-43EC-8DB2-90A94CB30D21}" type="presParOf" srcId="{E51572CA-75FA-4572-B831-8E6D81D2E640}" destId="{EE4C24F3-5F6B-41B2-BB78-4CFBC3BB1BF6}" srcOrd="13" destOrd="0" presId="urn:microsoft.com/office/officeart/2005/8/layout/default#46"/>
    <dgm:cxn modelId="{8072F6D1-B29C-4409-831D-D64609FFEDB5}" type="presParOf" srcId="{E51572CA-75FA-4572-B831-8E6D81D2E640}" destId="{75A9B9DA-A922-4EFF-B791-6101E66264D1}" srcOrd="14" destOrd="0" presId="urn:microsoft.com/office/officeart/2005/8/layout/default#46"/>
  </dgm:cxnLst>
  <dgm:bg/>
  <dgm:whole/>
  <dgm:extLst>
    <a:ext uri="http://schemas.microsoft.com/office/drawing/2008/diagram">
      <dsp:dataModelExt xmlns:dsp="http://schemas.microsoft.com/office/drawing/2008/diagram" xmlns=""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C34F6902-3D28-427A-962B-800B17CD0E76}" type="doc">
      <dgm:prSet loTypeId="urn:microsoft.com/office/officeart/2005/8/layout/default#46" loCatId="list" qsTypeId="urn:microsoft.com/office/officeart/2005/8/quickstyle/simple1" qsCatId="simple" csTypeId="urn:microsoft.com/office/officeart/2005/8/colors/accent2_1" csCatId="accent2" phldr="1"/>
      <dgm:spPr/>
      <dgm:t>
        <a:bodyPr/>
        <a:lstStyle/>
        <a:p>
          <a:endParaRPr lang="en-US"/>
        </a:p>
      </dgm:t>
    </dgm:pt>
    <dgm:pt modelId="{37E9E550-67D3-453B-A363-4040EB9DE0BE}">
      <dgm:prSet phldrT="[Text]"/>
      <dgm:spPr>
        <a:noFill/>
      </dgm:spPr>
      <dgm:t>
        <a:bodyPr/>
        <a:lstStyle/>
        <a:p>
          <a:r>
            <a:rPr lang="en-US" b="1" dirty="0" smtClean="0">
              <a:solidFill>
                <a:schemeClr val="accent3">
                  <a:lumMod val="75000"/>
                </a:schemeClr>
              </a:solidFill>
              <a:latin typeface="Raleway Medium" panose="020B0604020202020204" charset="0"/>
            </a:rPr>
            <a:t>X-Ray</a:t>
          </a:r>
          <a:endParaRPr lang="en-US" b="1" dirty="0">
            <a:solidFill>
              <a:schemeClr val="accent3">
                <a:lumMod val="75000"/>
              </a:schemeClr>
            </a:solidFill>
            <a:latin typeface="Raleway Medium" panose="020B0604020202020204" charset="0"/>
          </a:endParaRPr>
        </a:p>
      </dgm:t>
    </dgm:pt>
    <dgm:pt modelId="{9D6CDA11-C2C7-46D0-A01B-48E05D951106}" type="parTrans" cxnId="{B249347B-EB7B-481D-B634-4E8FADA4267D}">
      <dgm:prSet/>
      <dgm:spPr/>
      <dgm:t>
        <a:bodyPr/>
        <a:lstStyle/>
        <a:p>
          <a:endParaRPr lang="en-US"/>
        </a:p>
      </dgm:t>
    </dgm:pt>
    <dgm:pt modelId="{B4A246F1-91F8-479B-BB37-1D22FBFE0169}" type="sibTrans" cxnId="{B249347B-EB7B-481D-B634-4E8FADA4267D}">
      <dgm:prSet/>
      <dgm:spPr/>
      <dgm:t>
        <a:bodyPr/>
        <a:lstStyle/>
        <a:p>
          <a:endParaRPr lang="en-US"/>
        </a:p>
      </dgm:t>
    </dgm:pt>
    <dgm:pt modelId="{BAFE42D3-6738-437E-BC69-DED1ECAF4AB1}">
      <dgm:prSet phldrT="[Text]"/>
      <dgm:spPr>
        <a:solidFill>
          <a:srgbClr val="FFFF00"/>
        </a:solidFill>
      </dgm:spPr>
      <dgm:t>
        <a:bodyPr/>
        <a:lstStyle/>
        <a:p>
          <a:r>
            <a:rPr lang="en-US" b="1" dirty="0" smtClean="0">
              <a:solidFill>
                <a:schemeClr val="accent3">
                  <a:lumMod val="75000"/>
                </a:schemeClr>
              </a:solidFill>
              <a:latin typeface="Raleway Medium" panose="020B0604020202020204" charset="0"/>
            </a:rPr>
            <a:t>CT scan </a:t>
          </a:r>
          <a:endParaRPr lang="en-US" b="1" dirty="0">
            <a:solidFill>
              <a:schemeClr val="accent3">
                <a:lumMod val="75000"/>
              </a:schemeClr>
            </a:solidFill>
            <a:latin typeface="Raleway Medium" panose="020B0604020202020204" charset="0"/>
          </a:endParaRPr>
        </a:p>
      </dgm:t>
    </dgm:pt>
    <dgm:pt modelId="{5043CE62-B69F-4022-AB40-FD49A783642E}" type="parTrans" cxnId="{82A3EE7E-5906-4CAB-B19D-CE88EF76E6D4}">
      <dgm:prSet/>
      <dgm:spPr/>
      <dgm:t>
        <a:bodyPr/>
        <a:lstStyle/>
        <a:p>
          <a:endParaRPr lang="en-US"/>
        </a:p>
      </dgm:t>
    </dgm:pt>
    <dgm:pt modelId="{CEBF2329-2535-47FE-9E04-CCBCAE831C4B}" type="sibTrans" cxnId="{82A3EE7E-5906-4CAB-B19D-CE88EF76E6D4}">
      <dgm:prSet/>
      <dgm:spPr/>
      <dgm:t>
        <a:bodyPr/>
        <a:lstStyle/>
        <a:p>
          <a:endParaRPr lang="en-US"/>
        </a:p>
      </dgm:t>
    </dgm:pt>
    <dgm:pt modelId="{7ECB327D-E2F0-4610-A96B-3C271EAD136A}">
      <dgm:prSet phldrT="[Text]"/>
      <dgm:spPr/>
      <dgm:t>
        <a:bodyPr/>
        <a:lstStyle/>
        <a:p>
          <a:r>
            <a:rPr lang="en-US" b="1" dirty="0" smtClean="0">
              <a:solidFill>
                <a:schemeClr val="accent3">
                  <a:lumMod val="75000"/>
                </a:schemeClr>
              </a:solidFill>
              <a:latin typeface="Raleway Medium" panose="020B0604020202020204" charset="0"/>
            </a:rPr>
            <a:t>MRI</a:t>
          </a:r>
          <a:endParaRPr lang="en-US" b="1" dirty="0">
            <a:solidFill>
              <a:schemeClr val="accent3">
                <a:lumMod val="75000"/>
              </a:schemeClr>
            </a:solidFill>
            <a:latin typeface="Raleway Medium" panose="020B0604020202020204" charset="0"/>
          </a:endParaRPr>
        </a:p>
      </dgm:t>
    </dgm:pt>
    <dgm:pt modelId="{7C2E9162-0973-4ACF-A601-51C94C600807}" type="parTrans" cxnId="{BE1AC3AF-8575-4B02-8BAE-2DA94FDFFC6E}">
      <dgm:prSet/>
      <dgm:spPr/>
      <dgm:t>
        <a:bodyPr/>
        <a:lstStyle/>
        <a:p>
          <a:endParaRPr lang="en-US"/>
        </a:p>
      </dgm:t>
    </dgm:pt>
    <dgm:pt modelId="{EF7DD5B3-1841-4E24-B7C7-0BA43581B38B}" type="sibTrans" cxnId="{BE1AC3AF-8575-4B02-8BAE-2DA94FDFFC6E}">
      <dgm:prSet/>
      <dgm:spPr/>
      <dgm:t>
        <a:bodyPr/>
        <a:lstStyle/>
        <a:p>
          <a:endParaRPr lang="en-US"/>
        </a:p>
      </dgm:t>
    </dgm:pt>
    <dgm:pt modelId="{BA178021-9802-49F5-9108-3EA5279E2D5F}">
      <dgm:prSet phldrT="[Text]"/>
      <dgm:spPr/>
      <dgm:t>
        <a:bodyPr/>
        <a:lstStyle/>
        <a:p>
          <a:r>
            <a:rPr lang="en-US" b="1" dirty="0" smtClean="0">
              <a:solidFill>
                <a:schemeClr val="accent3">
                  <a:lumMod val="75000"/>
                </a:schemeClr>
              </a:solidFill>
              <a:latin typeface="Raleway Medium" panose="020B0604020202020204" charset="0"/>
            </a:rPr>
            <a:t>Ultrasound</a:t>
          </a:r>
          <a:endParaRPr lang="en-US" b="1" dirty="0">
            <a:solidFill>
              <a:schemeClr val="accent3">
                <a:lumMod val="75000"/>
              </a:schemeClr>
            </a:solidFill>
            <a:latin typeface="Raleway Medium" panose="020B0604020202020204" charset="0"/>
          </a:endParaRPr>
        </a:p>
      </dgm:t>
    </dgm:pt>
    <dgm:pt modelId="{66837286-F7FF-465E-9229-AB5A08FAE15A}" type="parTrans" cxnId="{C77FE46A-53EE-438B-B187-D9C96310B361}">
      <dgm:prSet/>
      <dgm:spPr/>
      <dgm:t>
        <a:bodyPr/>
        <a:lstStyle/>
        <a:p>
          <a:endParaRPr lang="en-US"/>
        </a:p>
      </dgm:t>
    </dgm:pt>
    <dgm:pt modelId="{3C345131-1908-49DB-9FC9-FFE6775E7BFC}" type="sibTrans" cxnId="{C77FE46A-53EE-438B-B187-D9C96310B361}">
      <dgm:prSet/>
      <dgm:spPr/>
      <dgm:t>
        <a:bodyPr/>
        <a:lstStyle/>
        <a:p>
          <a:endParaRPr lang="en-US"/>
        </a:p>
      </dgm:t>
    </dgm:pt>
    <dgm:pt modelId="{2959D91E-12D7-4DB1-8EDE-00D6566CF82A}">
      <dgm:prSet phldrT="[Text]"/>
      <dgm:spPr/>
      <dgm:t>
        <a:bodyPr/>
        <a:lstStyle/>
        <a:p>
          <a:r>
            <a:rPr lang="en-US" b="1" dirty="0" smtClean="0">
              <a:solidFill>
                <a:schemeClr val="accent3">
                  <a:lumMod val="75000"/>
                </a:schemeClr>
              </a:solidFill>
              <a:latin typeface="Raleway Medium" panose="020B0604020202020204" charset="0"/>
            </a:rPr>
            <a:t>Microscopy</a:t>
          </a:r>
          <a:endParaRPr lang="en-US" b="1" dirty="0">
            <a:solidFill>
              <a:schemeClr val="accent3">
                <a:lumMod val="75000"/>
              </a:schemeClr>
            </a:solidFill>
            <a:latin typeface="Raleway Medium" panose="020B0604020202020204" charset="0"/>
          </a:endParaRPr>
        </a:p>
      </dgm:t>
    </dgm:pt>
    <dgm:pt modelId="{D406E873-7D75-42C2-9713-E8AC670FC4C6}" type="parTrans" cxnId="{3F8E2187-E909-4F07-9F9E-CA03C81D8ED2}">
      <dgm:prSet/>
      <dgm:spPr/>
      <dgm:t>
        <a:bodyPr/>
        <a:lstStyle/>
        <a:p>
          <a:endParaRPr lang="en-US"/>
        </a:p>
      </dgm:t>
    </dgm:pt>
    <dgm:pt modelId="{C83D4DE6-272E-4DD2-95CD-3C7F4C55A1EB}" type="sibTrans" cxnId="{3F8E2187-E909-4F07-9F9E-CA03C81D8ED2}">
      <dgm:prSet/>
      <dgm:spPr/>
      <dgm:t>
        <a:bodyPr/>
        <a:lstStyle/>
        <a:p>
          <a:endParaRPr lang="en-US"/>
        </a:p>
      </dgm:t>
    </dgm:pt>
    <dgm:pt modelId="{B97DAA93-A9A0-44F5-8C06-EE9DB1BCA6CF}">
      <dgm:prSet phldrT="[Text]"/>
      <dgm:spPr/>
      <dgm:t>
        <a:bodyPr/>
        <a:lstStyle/>
        <a:p>
          <a:r>
            <a:rPr lang="en-US" b="1" dirty="0" smtClean="0">
              <a:solidFill>
                <a:schemeClr val="accent3">
                  <a:lumMod val="75000"/>
                </a:schemeClr>
              </a:solidFill>
              <a:latin typeface="Raleway Medium" panose="020B0604020202020204" charset="0"/>
            </a:rPr>
            <a:t>Nuclear Medicine</a:t>
          </a:r>
          <a:endParaRPr lang="en-US" b="1" dirty="0">
            <a:solidFill>
              <a:schemeClr val="accent3">
                <a:lumMod val="75000"/>
              </a:schemeClr>
            </a:solidFill>
            <a:latin typeface="Raleway Medium" panose="020B0604020202020204" charset="0"/>
          </a:endParaRPr>
        </a:p>
      </dgm:t>
    </dgm:pt>
    <dgm:pt modelId="{F7848B26-740E-470D-AA96-EE1118250D92}" type="parTrans" cxnId="{71680566-C2CD-41A1-B199-4D4BE875B444}">
      <dgm:prSet/>
      <dgm:spPr/>
      <dgm:t>
        <a:bodyPr/>
        <a:lstStyle/>
        <a:p>
          <a:endParaRPr lang="en-US"/>
        </a:p>
      </dgm:t>
    </dgm:pt>
    <dgm:pt modelId="{9C8564A5-14D7-43E2-A845-08577BA0C1C2}" type="sibTrans" cxnId="{71680566-C2CD-41A1-B199-4D4BE875B444}">
      <dgm:prSet/>
      <dgm:spPr/>
      <dgm:t>
        <a:bodyPr/>
        <a:lstStyle/>
        <a:p>
          <a:endParaRPr lang="en-US"/>
        </a:p>
      </dgm:t>
    </dgm:pt>
    <dgm:pt modelId="{E51572CA-75FA-4572-B831-8E6D81D2E640}" type="pres">
      <dgm:prSet presAssocID="{C34F6902-3D28-427A-962B-800B17CD0E76}" presName="diagram" presStyleCnt="0">
        <dgm:presLayoutVars>
          <dgm:dir/>
          <dgm:resizeHandles val="exact"/>
        </dgm:presLayoutVars>
      </dgm:prSet>
      <dgm:spPr/>
      <dgm:t>
        <a:bodyPr/>
        <a:lstStyle/>
        <a:p>
          <a:endParaRPr lang="en-US"/>
        </a:p>
      </dgm:t>
    </dgm:pt>
    <dgm:pt modelId="{7D34D8FE-1B26-4E60-B892-F19502A11C88}" type="pres">
      <dgm:prSet presAssocID="{37E9E550-67D3-453B-A363-4040EB9DE0BE}" presName="node" presStyleLbl="node1" presStyleIdx="0" presStyleCnt="6">
        <dgm:presLayoutVars>
          <dgm:bulletEnabled val="1"/>
        </dgm:presLayoutVars>
      </dgm:prSet>
      <dgm:spPr/>
      <dgm:t>
        <a:bodyPr/>
        <a:lstStyle/>
        <a:p>
          <a:endParaRPr lang="en-US"/>
        </a:p>
      </dgm:t>
    </dgm:pt>
    <dgm:pt modelId="{0D667E9E-0D67-434B-8627-8BB827872696}" type="pres">
      <dgm:prSet presAssocID="{B4A246F1-91F8-479B-BB37-1D22FBFE0169}" presName="sibTrans" presStyleCnt="0"/>
      <dgm:spPr/>
    </dgm:pt>
    <dgm:pt modelId="{A6579805-B335-4909-B77F-D5B5883DDDC8}" type="pres">
      <dgm:prSet presAssocID="{BAFE42D3-6738-437E-BC69-DED1ECAF4AB1}" presName="node" presStyleLbl="node1" presStyleIdx="1" presStyleCnt="6">
        <dgm:presLayoutVars>
          <dgm:bulletEnabled val="1"/>
        </dgm:presLayoutVars>
      </dgm:prSet>
      <dgm:spPr/>
      <dgm:t>
        <a:bodyPr/>
        <a:lstStyle/>
        <a:p>
          <a:endParaRPr lang="en-US"/>
        </a:p>
      </dgm:t>
    </dgm:pt>
    <dgm:pt modelId="{6B2F3694-CA82-4747-B602-CEDE6564AACC}" type="pres">
      <dgm:prSet presAssocID="{CEBF2329-2535-47FE-9E04-CCBCAE831C4B}" presName="sibTrans" presStyleCnt="0"/>
      <dgm:spPr/>
    </dgm:pt>
    <dgm:pt modelId="{B1F1F131-3A8F-413A-A598-B64B3258B07F}" type="pres">
      <dgm:prSet presAssocID="{7ECB327D-E2F0-4610-A96B-3C271EAD136A}" presName="node" presStyleLbl="node1" presStyleIdx="2" presStyleCnt="6">
        <dgm:presLayoutVars>
          <dgm:bulletEnabled val="1"/>
        </dgm:presLayoutVars>
      </dgm:prSet>
      <dgm:spPr/>
      <dgm:t>
        <a:bodyPr/>
        <a:lstStyle/>
        <a:p>
          <a:endParaRPr lang="en-US"/>
        </a:p>
      </dgm:t>
    </dgm:pt>
    <dgm:pt modelId="{60546264-ED74-4D16-904A-9020FB33A60C}" type="pres">
      <dgm:prSet presAssocID="{EF7DD5B3-1841-4E24-B7C7-0BA43581B38B}" presName="sibTrans" presStyleCnt="0"/>
      <dgm:spPr/>
    </dgm:pt>
    <dgm:pt modelId="{46CC6756-3195-4FC3-B52D-AF383BF8CB02}" type="pres">
      <dgm:prSet presAssocID="{BA178021-9802-49F5-9108-3EA5279E2D5F}" presName="node" presStyleLbl="node1" presStyleIdx="3" presStyleCnt="6">
        <dgm:presLayoutVars>
          <dgm:bulletEnabled val="1"/>
        </dgm:presLayoutVars>
      </dgm:prSet>
      <dgm:spPr/>
      <dgm:t>
        <a:bodyPr/>
        <a:lstStyle/>
        <a:p>
          <a:endParaRPr lang="en-US"/>
        </a:p>
      </dgm:t>
    </dgm:pt>
    <dgm:pt modelId="{393B8CBB-4584-4E32-8136-E4CC6DDBE38E}" type="pres">
      <dgm:prSet presAssocID="{3C345131-1908-49DB-9FC9-FFE6775E7BFC}" presName="sibTrans" presStyleCnt="0"/>
      <dgm:spPr/>
    </dgm:pt>
    <dgm:pt modelId="{A03E0F93-910C-4401-9901-23D28703C5E0}" type="pres">
      <dgm:prSet presAssocID="{2959D91E-12D7-4DB1-8EDE-00D6566CF82A}" presName="node" presStyleLbl="node1" presStyleIdx="4" presStyleCnt="6">
        <dgm:presLayoutVars>
          <dgm:bulletEnabled val="1"/>
        </dgm:presLayoutVars>
      </dgm:prSet>
      <dgm:spPr/>
      <dgm:t>
        <a:bodyPr/>
        <a:lstStyle/>
        <a:p>
          <a:endParaRPr lang="en-US"/>
        </a:p>
      </dgm:t>
    </dgm:pt>
    <dgm:pt modelId="{CE2FCE41-2589-4E4B-84E4-0C2CD3BA150E}" type="pres">
      <dgm:prSet presAssocID="{C83D4DE6-272E-4DD2-95CD-3C7F4C55A1EB}" presName="sibTrans" presStyleCnt="0"/>
      <dgm:spPr/>
    </dgm:pt>
    <dgm:pt modelId="{A92CD440-97FD-4D43-B139-F7BB6BBD040D}" type="pres">
      <dgm:prSet presAssocID="{B97DAA93-A9A0-44F5-8C06-EE9DB1BCA6CF}" presName="node" presStyleLbl="node1" presStyleIdx="5" presStyleCnt="6">
        <dgm:presLayoutVars>
          <dgm:bulletEnabled val="1"/>
        </dgm:presLayoutVars>
      </dgm:prSet>
      <dgm:spPr/>
      <dgm:t>
        <a:bodyPr/>
        <a:lstStyle/>
        <a:p>
          <a:endParaRPr lang="en-US"/>
        </a:p>
      </dgm:t>
    </dgm:pt>
  </dgm:ptLst>
  <dgm:cxnLst>
    <dgm:cxn modelId="{C822804E-B0F4-4F58-996A-E0D406650AB4}" type="presOf" srcId="{37E9E550-67D3-453B-A363-4040EB9DE0BE}" destId="{7D34D8FE-1B26-4E60-B892-F19502A11C88}" srcOrd="0" destOrd="0" presId="urn:microsoft.com/office/officeart/2005/8/layout/default#46"/>
    <dgm:cxn modelId="{BE1AC3AF-8575-4B02-8BAE-2DA94FDFFC6E}" srcId="{C34F6902-3D28-427A-962B-800B17CD0E76}" destId="{7ECB327D-E2F0-4610-A96B-3C271EAD136A}" srcOrd="2" destOrd="0" parTransId="{7C2E9162-0973-4ACF-A601-51C94C600807}" sibTransId="{EF7DD5B3-1841-4E24-B7C7-0BA43581B38B}"/>
    <dgm:cxn modelId="{71680566-C2CD-41A1-B199-4D4BE875B444}" srcId="{C34F6902-3D28-427A-962B-800B17CD0E76}" destId="{B97DAA93-A9A0-44F5-8C06-EE9DB1BCA6CF}" srcOrd="5" destOrd="0" parTransId="{F7848B26-740E-470D-AA96-EE1118250D92}" sibTransId="{9C8564A5-14D7-43E2-A845-08577BA0C1C2}"/>
    <dgm:cxn modelId="{C77FE46A-53EE-438B-B187-D9C96310B361}" srcId="{C34F6902-3D28-427A-962B-800B17CD0E76}" destId="{BA178021-9802-49F5-9108-3EA5279E2D5F}" srcOrd="3" destOrd="0" parTransId="{66837286-F7FF-465E-9229-AB5A08FAE15A}" sibTransId="{3C345131-1908-49DB-9FC9-FFE6775E7BFC}"/>
    <dgm:cxn modelId="{B249347B-EB7B-481D-B634-4E8FADA4267D}" srcId="{C34F6902-3D28-427A-962B-800B17CD0E76}" destId="{37E9E550-67D3-453B-A363-4040EB9DE0BE}" srcOrd="0" destOrd="0" parTransId="{9D6CDA11-C2C7-46D0-A01B-48E05D951106}" sibTransId="{B4A246F1-91F8-479B-BB37-1D22FBFE0169}"/>
    <dgm:cxn modelId="{4B630579-A80C-42CA-B39A-0C224FAABDB2}" type="presOf" srcId="{C34F6902-3D28-427A-962B-800B17CD0E76}" destId="{E51572CA-75FA-4572-B831-8E6D81D2E640}" srcOrd="0" destOrd="0" presId="urn:microsoft.com/office/officeart/2005/8/layout/default#46"/>
    <dgm:cxn modelId="{3F8E2187-E909-4F07-9F9E-CA03C81D8ED2}" srcId="{C34F6902-3D28-427A-962B-800B17CD0E76}" destId="{2959D91E-12D7-4DB1-8EDE-00D6566CF82A}" srcOrd="4" destOrd="0" parTransId="{D406E873-7D75-42C2-9713-E8AC670FC4C6}" sibTransId="{C83D4DE6-272E-4DD2-95CD-3C7F4C55A1EB}"/>
    <dgm:cxn modelId="{C620AFCE-6D6F-4EE0-9F1D-B81CB57F4844}" type="presOf" srcId="{2959D91E-12D7-4DB1-8EDE-00D6566CF82A}" destId="{A03E0F93-910C-4401-9901-23D28703C5E0}" srcOrd="0" destOrd="0" presId="urn:microsoft.com/office/officeart/2005/8/layout/default#46"/>
    <dgm:cxn modelId="{586E36AA-1769-48DF-AE6B-AD1CC08CD15A}" type="presOf" srcId="{BAFE42D3-6738-437E-BC69-DED1ECAF4AB1}" destId="{A6579805-B335-4909-B77F-D5B5883DDDC8}" srcOrd="0" destOrd="0" presId="urn:microsoft.com/office/officeart/2005/8/layout/default#46"/>
    <dgm:cxn modelId="{969258E9-E432-4851-933B-B761176542ED}" type="presOf" srcId="{B97DAA93-A9A0-44F5-8C06-EE9DB1BCA6CF}" destId="{A92CD440-97FD-4D43-B139-F7BB6BBD040D}" srcOrd="0" destOrd="0" presId="urn:microsoft.com/office/officeart/2005/8/layout/default#46"/>
    <dgm:cxn modelId="{E87B2102-FAA6-451F-B91A-074AF657BF3D}" type="presOf" srcId="{BA178021-9802-49F5-9108-3EA5279E2D5F}" destId="{46CC6756-3195-4FC3-B52D-AF383BF8CB02}" srcOrd="0" destOrd="0" presId="urn:microsoft.com/office/officeart/2005/8/layout/default#46"/>
    <dgm:cxn modelId="{82A3EE7E-5906-4CAB-B19D-CE88EF76E6D4}" srcId="{C34F6902-3D28-427A-962B-800B17CD0E76}" destId="{BAFE42D3-6738-437E-BC69-DED1ECAF4AB1}" srcOrd="1" destOrd="0" parTransId="{5043CE62-B69F-4022-AB40-FD49A783642E}" sibTransId="{CEBF2329-2535-47FE-9E04-CCBCAE831C4B}"/>
    <dgm:cxn modelId="{C1717097-162C-46BA-B86F-83E589D0BCE4}" type="presOf" srcId="{7ECB327D-E2F0-4610-A96B-3C271EAD136A}" destId="{B1F1F131-3A8F-413A-A598-B64B3258B07F}" srcOrd="0" destOrd="0" presId="urn:microsoft.com/office/officeart/2005/8/layout/default#46"/>
    <dgm:cxn modelId="{6B10F87A-D46C-43AE-BEAF-C4650D89D1A5}" type="presParOf" srcId="{E51572CA-75FA-4572-B831-8E6D81D2E640}" destId="{7D34D8FE-1B26-4E60-B892-F19502A11C88}" srcOrd="0" destOrd="0" presId="urn:microsoft.com/office/officeart/2005/8/layout/default#46"/>
    <dgm:cxn modelId="{C1724735-2205-4376-A9FD-7C1CB52497F0}" type="presParOf" srcId="{E51572CA-75FA-4572-B831-8E6D81D2E640}" destId="{0D667E9E-0D67-434B-8627-8BB827872696}" srcOrd="1" destOrd="0" presId="urn:microsoft.com/office/officeart/2005/8/layout/default#46"/>
    <dgm:cxn modelId="{5AD57F31-2FF7-4255-99FB-0CF293C9DD1A}" type="presParOf" srcId="{E51572CA-75FA-4572-B831-8E6D81D2E640}" destId="{A6579805-B335-4909-B77F-D5B5883DDDC8}" srcOrd="2" destOrd="0" presId="urn:microsoft.com/office/officeart/2005/8/layout/default#46"/>
    <dgm:cxn modelId="{64F180C3-CCBB-4662-BDD4-702FACBBBF51}" type="presParOf" srcId="{E51572CA-75FA-4572-B831-8E6D81D2E640}" destId="{6B2F3694-CA82-4747-B602-CEDE6564AACC}" srcOrd="3" destOrd="0" presId="urn:microsoft.com/office/officeart/2005/8/layout/default#46"/>
    <dgm:cxn modelId="{4FC7CEC1-92AD-48B6-8E79-5F8016C3044F}" type="presParOf" srcId="{E51572CA-75FA-4572-B831-8E6D81D2E640}" destId="{B1F1F131-3A8F-413A-A598-B64B3258B07F}" srcOrd="4" destOrd="0" presId="urn:microsoft.com/office/officeart/2005/8/layout/default#46"/>
    <dgm:cxn modelId="{76A24034-5422-4CF2-AFB3-1C14E9CC627A}" type="presParOf" srcId="{E51572CA-75FA-4572-B831-8E6D81D2E640}" destId="{60546264-ED74-4D16-904A-9020FB33A60C}" srcOrd="5" destOrd="0" presId="urn:microsoft.com/office/officeart/2005/8/layout/default#46"/>
    <dgm:cxn modelId="{4BB22F21-E29B-4DB6-9721-056746A08AC8}" type="presParOf" srcId="{E51572CA-75FA-4572-B831-8E6D81D2E640}" destId="{46CC6756-3195-4FC3-B52D-AF383BF8CB02}" srcOrd="6" destOrd="0" presId="urn:microsoft.com/office/officeart/2005/8/layout/default#46"/>
    <dgm:cxn modelId="{85F794C3-0406-4F2E-B32E-9951E1087E96}" type="presParOf" srcId="{E51572CA-75FA-4572-B831-8E6D81D2E640}" destId="{393B8CBB-4584-4E32-8136-E4CC6DDBE38E}" srcOrd="7" destOrd="0" presId="urn:microsoft.com/office/officeart/2005/8/layout/default#46"/>
    <dgm:cxn modelId="{127AD5F5-6F63-409B-8679-2DC30AECE3E0}" type="presParOf" srcId="{E51572CA-75FA-4572-B831-8E6D81D2E640}" destId="{A03E0F93-910C-4401-9901-23D28703C5E0}" srcOrd="8" destOrd="0" presId="urn:microsoft.com/office/officeart/2005/8/layout/default#46"/>
    <dgm:cxn modelId="{8D763B4C-B02D-46B7-A190-6DF9A39E4DE2}" type="presParOf" srcId="{E51572CA-75FA-4572-B831-8E6D81D2E640}" destId="{CE2FCE41-2589-4E4B-84E4-0C2CD3BA150E}" srcOrd="9" destOrd="0" presId="urn:microsoft.com/office/officeart/2005/8/layout/default#46"/>
    <dgm:cxn modelId="{9F7AE6F2-741E-4098-85E1-3F5A22E03136}" type="presParOf" srcId="{E51572CA-75FA-4572-B831-8E6D81D2E640}" destId="{A92CD440-97FD-4D43-B139-F7BB6BBD040D}" srcOrd="10" destOrd="0" presId="urn:microsoft.com/office/officeart/2005/8/layout/default#46"/>
  </dgm:cxnLst>
  <dgm:bg/>
  <dgm:whole/>
  <dgm:extLst>
    <a:ext uri="http://schemas.microsoft.com/office/drawing/2008/diagram">
      <dsp:dataModelExt xmlns:dsp="http://schemas.microsoft.com/office/drawing/2008/diagram" xmlns="" relId="rId7" minVer="http://schemas.openxmlformats.org/drawingml/2006/diagram"/>
    </a:ext>
  </dgm:extLst>
</dgm:dataModel>
</file>

<file path=ppt/diagrams/drawing1.xml><?xml version="1.0" encoding="utf-8"?>
<dsp:drawing xmlns:dgm="http://schemas.openxmlformats.org/drawingml/2006/diagram" xmlns:a="http://schemas.openxmlformats.org/drawingml/2006/main" xmlns:dsp="http://schemas.microsoft.com/office/drawing/2008/diagram">
  <dsp:spTree>
    <dsp:nvGrpSpPr>
      <dsp:cNvPr id="0" name=""/>
      <dsp:cNvGrpSpPr/>
    </dsp:nvGrpSpPr>
    <dsp:grpSpPr/>
    <dsp:sp modelId="{7D34D8FE-1B26-4E60-B892-F19502A11C88}">
      <dsp:nvSpPr>
        <dsp:cNvPr id="0" name=""/>
        <dsp:cNvSpPr/>
      </dsp:nvSpPr>
      <dsp:spPr>
        <a:xfrm>
          <a:off x="523875" y="2128"/>
          <a:ext cx="1577578" cy="946546"/>
        </a:xfrm>
        <a:prstGeom prst="rect">
          <a:avLst/>
        </a:prstGeom>
        <a:solidFill>
          <a:schemeClr val="lt1">
            <a:hueOff val="0"/>
            <a:satOff val="0"/>
            <a:lumOff val="0"/>
            <a:alphaOff val="0"/>
          </a:schemeClr>
        </a:solidFill>
        <a:ln w="25400" cap="flat" cmpd="sng" algn="ctr">
          <a:solidFill>
            <a:schemeClr val="accent2">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lvl="0" algn="ctr" defTabSz="889000">
            <a:lnSpc>
              <a:spcPct val="90000"/>
            </a:lnSpc>
            <a:spcBef>
              <a:spcPct val="0"/>
            </a:spcBef>
            <a:spcAft>
              <a:spcPct val="35000"/>
            </a:spcAft>
          </a:pPr>
          <a:r>
            <a:rPr lang="en-US" sz="2000" b="1" kern="1200" dirty="0" smtClean="0">
              <a:solidFill>
                <a:schemeClr val="accent3">
                  <a:lumMod val="75000"/>
                </a:schemeClr>
              </a:solidFill>
              <a:latin typeface="Raleway Medium" panose="020B0604020202020204" charset="0"/>
            </a:rPr>
            <a:t>X-Ray</a:t>
          </a:r>
          <a:endParaRPr lang="en-US" sz="2000" b="1" kern="1200" dirty="0">
            <a:solidFill>
              <a:schemeClr val="accent3">
                <a:lumMod val="75000"/>
              </a:schemeClr>
            </a:solidFill>
            <a:latin typeface="Raleway Medium" panose="020B0604020202020204" charset="0"/>
          </a:endParaRPr>
        </a:p>
      </dsp:txBody>
      <dsp:txXfrm>
        <a:off x="523875" y="2128"/>
        <a:ext cx="1577578" cy="946546"/>
      </dsp:txXfrm>
    </dsp:sp>
    <dsp:sp modelId="{A6579805-B335-4909-B77F-D5B5883DDDC8}">
      <dsp:nvSpPr>
        <dsp:cNvPr id="0" name=""/>
        <dsp:cNvSpPr/>
      </dsp:nvSpPr>
      <dsp:spPr>
        <a:xfrm>
          <a:off x="2259210" y="2128"/>
          <a:ext cx="1577578" cy="946546"/>
        </a:xfrm>
        <a:prstGeom prst="rect">
          <a:avLst/>
        </a:prstGeom>
        <a:solidFill>
          <a:schemeClr val="lt1">
            <a:hueOff val="0"/>
            <a:satOff val="0"/>
            <a:lumOff val="0"/>
            <a:alphaOff val="0"/>
          </a:schemeClr>
        </a:solidFill>
        <a:ln w="25400" cap="flat" cmpd="sng" algn="ctr">
          <a:solidFill>
            <a:schemeClr val="accent2">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lvl="0" algn="ctr" defTabSz="889000">
            <a:lnSpc>
              <a:spcPct val="90000"/>
            </a:lnSpc>
            <a:spcBef>
              <a:spcPct val="0"/>
            </a:spcBef>
            <a:spcAft>
              <a:spcPct val="35000"/>
            </a:spcAft>
          </a:pPr>
          <a:r>
            <a:rPr lang="en-US" sz="2000" b="1" kern="1200" dirty="0" smtClean="0">
              <a:solidFill>
                <a:schemeClr val="accent3">
                  <a:lumMod val="75000"/>
                </a:schemeClr>
              </a:solidFill>
              <a:latin typeface="Raleway Medium" panose="020B0604020202020204" charset="0"/>
            </a:rPr>
            <a:t>CT scan </a:t>
          </a:r>
          <a:endParaRPr lang="en-US" sz="2000" b="1" kern="1200" dirty="0">
            <a:solidFill>
              <a:schemeClr val="accent3">
                <a:lumMod val="75000"/>
              </a:schemeClr>
            </a:solidFill>
            <a:latin typeface="Raleway Medium" panose="020B0604020202020204" charset="0"/>
          </a:endParaRPr>
        </a:p>
      </dsp:txBody>
      <dsp:txXfrm>
        <a:off x="2259210" y="2128"/>
        <a:ext cx="1577578" cy="946546"/>
      </dsp:txXfrm>
    </dsp:sp>
    <dsp:sp modelId="{B1F1F131-3A8F-413A-A598-B64B3258B07F}">
      <dsp:nvSpPr>
        <dsp:cNvPr id="0" name=""/>
        <dsp:cNvSpPr/>
      </dsp:nvSpPr>
      <dsp:spPr>
        <a:xfrm>
          <a:off x="3994546" y="2128"/>
          <a:ext cx="1577578" cy="946546"/>
        </a:xfrm>
        <a:prstGeom prst="rect">
          <a:avLst/>
        </a:prstGeom>
        <a:solidFill>
          <a:schemeClr val="lt1">
            <a:hueOff val="0"/>
            <a:satOff val="0"/>
            <a:lumOff val="0"/>
            <a:alphaOff val="0"/>
          </a:schemeClr>
        </a:solidFill>
        <a:ln w="25400" cap="flat" cmpd="sng" algn="ctr">
          <a:solidFill>
            <a:schemeClr val="accent2">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lvl="0" algn="ctr" defTabSz="889000">
            <a:lnSpc>
              <a:spcPct val="90000"/>
            </a:lnSpc>
            <a:spcBef>
              <a:spcPct val="0"/>
            </a:spcBef>
            <a:spcAft>
              <a:spcPct val="35000"/>
            </a:spcAft>
          </a:pPr>
          <a:r>
            <a:rPr lang="en-US" sz="2000" b="1" kern="1200" dirty="0" smtClean="0">
              <a:solidFill>
                <a:schemeClr val="accent3">
                  <a:lumMod val="75000"/>
                </a:schemeClr>
              </a:solidFill>
              <a:latin typeface="Raleway Medium" panose="020B0604020202020204" charset="0"/>
            </a:rPr>
            <a:t>MRI</a:t>
          </a:r>
          <a:endParaRPr lang="en-US" sz="2000" b="1" kern="1200" dirty="0">
            <a:solidFill>
              <a:schemeClr val="accent3">
                <a:lumMod val="75000"/>
              </a:schemeClr>
            </a:solidFill>
            <a:latin typeface="Raleway Medium" panose="020B0604020202020204" charset="0"/>
          </a:endParaRPr>
        </a:p>
      </dsp:txBody>
      <dsp:txXfrm>
        <a:off x="3994546" y="2128"/>
        <a:ext cx="1577578" cy="946546"/>
      </dsp:txXfrm>
    </dsp:sp>
    <dsp:sp modelId="{46CC6756-3195-4FC3-B52D-AF383BF8CB02}">
      <dsp:nvSpPr>
        <dsp:cNvPr id="0" name=""/>
        <dsp:cNvSpPr/>
      </dsp:nvSpPr>
      <dsp:spPr>
        <a:xfrm>
          <a:off x="523875" y="1106433"/>
          <a:ext cx="1577578" cy="946546"/>
        </a:xfrm>
        <a:prstGeom prst="rect">
          <a:avLst/>
        </a:prstGeom>
        <a:solidFill>
          <a:schemeClr val="lt1">
            <a:hueOff val="0"/>
            <a:satOff val="0"/>
            <a:lumOff val="0"/>
            <a:alphaOff val="0"/>
          </a:schemeClr>
        </a:solidFill>
        <a:ln w="25400" cap="flat" cmpd="sng" algn="ctr">
          <a:solidFill>
            <a:schemeClr val="accent2">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lvl="0" algn="ctr" defTabSz="889000">
            <a:lnSpc>
              <a:spcPct val="90000"/>
            </a:lnSpc>
            <a:spcBef>
              <a:spcPct val="0"/>
            </a:spcBef>
            <a:spcAft>
              <a:spcPct val="35000"/>
            </a:spcAft>
          </a:pPr>
          <a:r>
            <a:rPr lang="en-US" sz="2000" b="1" kern="1200" dirty="0" smtClean="0">
              <a:solidFill>
                <a:schemeClr val="accent3">
                  <a:lumMod val="75000"/>
                </a:schemeClr>
              </a:solidFill>
              <a:latin typeface="Raleway Medium" panose="020B0604020202020204" charset="0"/>
            </a:rPr>
            <a:t>Ultrasound</a:t>
          </a:r>
          <a:endParaRPr lang="en-US" sz="2000" b="1" kern="1200" dirty="0">
            <a:solidFill>
              <a:schemeClr val="accent3">
                <a:lumMod val="75000"/>
              </a:schemeClr>
            </a:solidFill>
            <a:latin typeface="Raleway Medium" panose="020B0604020202020204" charset="0"/>
          </a:endParaRPr>
        </a:p>
      </dsp:txBody>
      <dsp:txXfrm>
        <a:off x="523875" y="1106433"/>
        <a:ext cx="1577578" cy="946546"/>
      </dsp:txXfrm>
    </dsp:sp>
    <dsp:sp modelId="{A03E0F93-910C-4401-9901-23D28703C5E0}">
      <dsp:nvSpPr>
        <dsp:cNvPr id="0" name=""/>
        <dsp:cNvSpPr/>
      </dsp:nvSpPr>
      <dsp:spPr>
        <a:xfrm>
          <a:off x="2259210" y="1106433"/>
          <a:ext cx="1577578" cy="946546"/>
        </a:xfrm>
        <a:prstGeom prst="rect">
          <a:avLst/>
        </a:prstGeom>
        <a:solidFill>
          <a:schemeClr val="lt1">
            <a:hueOff val="0"/>
            <a:satOff val="0"/>
            <a:lumOff val="0"/>
            <a:alphaOff val="0"/>
          </a:schemeClr>
        </a:solidFill>
        <a:ln w="25400" cap="flat" cmpd="sng" algn="ctr">
          <a:solidFill>
            <a:schemeClr val="accent2">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lvl="0" algn="ctr" defTabSz="889000">
            <a:lnSpc>
              <a:spcPct val="90000"/>
            </a:lnSpc>
            <a:spcBef>
              <a:spcPct val="0"/>
            </a:spcBef>
            <a:spcAft>
              <a:spcPct val="35000"/>
            </a:spcAft>
          </a:pPr>
          <a:r>
            <a:rPr lang="en-US" sz="2000" b="1" kern="1200" dirty="0" smtClean="0">
              <a:solidFill>
                <a:schemeClr val="accent3">
                  <a:lumMod val="75000"/>
                </a:schemeClr>
              </a:solidFill>
              <a:latin typeface="Raleway Medium" panose="020B0604020202020204" charset="0"/>
            </a:rPr>
            <a:t>Microscopy</a:t>
          </a:r>
          <a:endParaRPr lang="en-US" sz="2000" b="1" kern="1200" dirty="0">
            <a:solidFill>
              <a:schemeClr val="accent3">
                <a:lumMod val="75000"/>
              </a:schemeClr>
            </a:solidFill>
            <a:latin typeface="Raleway Medium" panose="020B0604020202020204" charset="0"/>
          </a:endParaRPr>
        </a:p>
      </dsp:txBody>
      <dsp:txXfrm>
        <a:off x="2259210" y="1106433"/>
        <a:ext cx="1577578" cy="946546"/>
      </dsp:txXfrm>
    </dsp:sp>
    <dsp:sp modelId="{A92CD440-97FD-4D43-B139-F7BB6BBD040D}">
      <dsp:nvSpPr>
        <dsp:cNvPr id="0" name=""/>
        <dsp:cNvSpPr/>
      </dsp:nvSpPr>
      <dsp:spPr>
        <a:xfrm>
          <a:off x="3994546" y="1106433"/>
          <a:ext cx="1577578" cy="946546"/>
        </a:xfrm>
        <a:prstGeom prst="rect">
          <a:avLst/>
        </a:prstGeom>
        <a:solidFill>
          <a:schemeClr val="lt1">
            <a:hueOff val="0"/>
            <a:satOff val="0"/>
            <a:lumOff val="0"/>
            <a:alphaOff val="0"/>
          </a:schemeClr>
        </a:solidFill>
        <a:ln w="25400" cap="flat" cmpd="sng" algn="ctr">
          <a:solidFill>
            <a:schemeClr val="accent2">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lvl="0" algn="ctr" defTabSz="889000">
            <a:lnSpc>
              <a:spcPct val="90000"/>
            </a:lnSpc>
            <a:spcBef>
              <a:spcPct val="0"/>
            </a:spcBef>
            <a:spcAft>
              <a:spcPct val="35000"/>
            </a:spcAft>
          </a:pPr>
          <a:r>
            <a:rPr lang="en-US" sz="2000" b="1" kern="1200" dirty="0" smtClean="0">
              <a:solidFill>
                <a:schemeClr val="accent3">
                  <a:lumMod val="75000"/>
                </a:schemeClr>
              </a:solidFill>
              <a:latin typeface="Raleway Medium" panose="020B0604020202020204" charset="0"/>
            </a:rPr>
            <a:t>Nuclear Medicine</a:t>
          </a:r>
          <a:endParaRPr lang="en-US" sz="2000" b="1" kern="1200" dirty="0">
            <a:solidFill>
              <a:schemeClr val="accent3">
                <a:lumMod val="75000"/>
              </a:schemeClr>
            </a:solidFill>
            <a:latin typeface="Raleway Medium" panose="020B0604020202020204" charset="0"/>
          </a:endParaRPr>
        </a:p>
      </dsp:txBody>
      <dsp:txXfrm>
        <a:off x="3994546" y="1106433"/>
        <a:ext cx="1577578" cy="946546"/>
      </dsp:txXfrm>
    </dsp:sp>
    <dsp:sp modelId="{A6C81FE5-7E73-4E47-8D7A-46257123E44B}">
      <dsp:nvSpPr>
        <dsp:cNvPr id="0" name=""/>
        <dsp:cNvSpPr/>
      </dsp:nvSpPr>
      <dsp:spPr>
        <a:xfrm>
          <a:off x="1391542" y="2210738"/>
          <a:ext cx="1577578" cy="946546"/>
        </a:xfrm>
        <a:prstGeom prst="rect">
          <a:avLst/>
        </a:prstGeom>
        <a:solidFill>
          <a:schemeClr val="lt1">
            <a:hueOff val="0"/>
            <a:satOff val="0"/>
            <a:lumOff val="0"/>
            <a:alphaOff val="0"/>
          </a:schemeClr>
        </a:solidFill>
        <a:ln w="25400" cap="flat" cmpd="sng" algn="ctr">
          <a:solidFill>
            <a:schemeClr val="accent2">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lvl="0" algn="ctr" defTabSz="889000">
            <a:lnSpc>
              <a:spcPct val="90000"/>
            </a:lnSpc>
            <a:spcBef>
              <a:spcPct val="0"/>
            </a:spcBef>
            <a:spcAft>
              <a:spcPct val="35000"/>
            </a:spcAft>
          </a:pPr>
          <a:r>
            <a:rPr lang="en-US" sz="2000" b="1" i="0" kern="1200" dirty="0" smtClean="0">
              <a:solidFill>
                <a:srgbClr val="C00000"/>
              </a:solidFill>
              <a:latin typeface="Raleway Medium" charset="0"/>
            </a:rPr>
            <a:t>PET</a:t>
          </a:r>
          <a:endParaRPr lang="en-US" sz="2000" b="1" kern="1200" dirty="0">
            <a:solidFill>
              <a:srgbClr val="C00000"/>
            </a:solidFill>
            <a:latin typeface="Raleway Medium" charset="0"/>
          </a:endParaRPr>
        </a:p>
      </dsp:txBody>
      <dsp:txXfrm>
        <a:off x="1391542" y="2210738"/>
        <a:ext cx="1577578" cy="946546"/>
      </dsp:txXfrm>
    </dsp:sp>
    <dsp:sp modelId="{75A9B9DA-A922-4EFF-B791-6101E66264D1}">
      <dsp:nvSpPr>
        <dsp:cNvPr id="0" name=""/>
        <dsp:cNvSpPr/>
      </dsp:nvSpPr>
      <dsp:spPr>
        <a:xfrm>
          <a:off x="3126878" y="2210738"/>
          <a:ext cx="1577578" cy="946546"/>
        </a:xfrm>
        <a:prstGeom prst="rect">
          <a:avLst/>
        </a:prstGeom>
        <a:solidFill>
          <a:schemeClr val="lt1">
            <a:hueOff val="0"/>
            <a:satOff val="0"/>
            <a:lumOff val="0"/>
            <a:alphaOff val="0"/>
          </a:schemeClr>
        </a:solidFill>
        <a:ln w="25400" cap="flat" cmpd="sng" algn="ctr">
          <a:solidFill>
            <a:schemeClr val="accent2">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lvl="0" algn="ctr" defTabSz="889000">
            <a:lnSpc>
              <a:spcPct val="90000"/>
            </a:lnSpc>
            <a:spcBef>
              <a:spcPct val="0"/>
            </a:spcBef>
            <a:spcAft>
              <a:spcPct val="35000"/>
            </a:spcAft>
          </a:pPr>
          <a:r>
            <a:rPr lang="en-US" sz="2000" b="1" i="0" kern="1200" dirty="0" smtClean="0">
              <a:solidFill>
                <a:srgbClr val="C00000"/>
              </a:solidFill>
              <a:latin typeface="Raleway Medium" charset="0"/>
            </a:rPr>
            <a:t>SPECT</a:t>
          </a:r>
          <a:endParaRPr lang="en-US" sz="2000" b="1" kern="1200" dirty="0">
            <a:solidFill>
              <a:srgbClr val="C00000"/>
            </a:solidFill>
            <a:latin typeface="Raleway Medium" charset="0"/>
          </a:endParaRPr>
        </a:p>
      </dsp:txBody>
      <dsp:txXfrm>
        <a:off x="3126878" y="2210738"/>
        <a:ext cx="1577578" cy="946546"/>
      </dsp:txXfrm>
    </dsp:sp>
  </dsp:spTree>
</dsp:drawing>
</file>

<file path=ppt/diagrams/drawing2.xml><?xml version="1.0" encoding="utf-8"?>
<dsp:drawing xmlns:dgm="http://schemas.openxmlformats.org/drawingml/2006/diagram" xmlns:a="http://schemas.openxmlformats.org/drawingml/2006/main" xmlns:dsp="http://schemas.microsoft.com/office/drawing/2008/diagram">
  <dsp:spTree>
    <dsp:nvGrpSpPr>
      <dsp:cNvPr id="0" name=""/>
      <dsp:cNvGrpSpPr/>
    </dsp:nvGrpSpPr>
    <dsp:grpSpPr/>
    <dsp:sp modelId="{7D34D8FE-1B26-4E60-B892-F19502A11C88}">
      <dsp:nvSpPr>
        <dsp:cNvPr id="0" name=""/>
        <dsp:cNvSpPr/>
      </dsp:nvSpPr>
      <dsp:spPr>
        <a:xfrm>
          <a:off x="0" y="341456"/>
          <a:ext cx="1904999" cy="1143000"/>
        </a:xfrm>
        <a:prstGeom prst="rect">
          <a:avLst/>
        </a:prstGeom>
        <a:noFill/>
        <a:ln w="25400" cap="flat" cmpd="sng" algn="ctr">
          <a:solidFill>
            <a:schemeClr val="accent2">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lvl="0" algn="ctr" defTabSz="1066800">
            <a:lnSpc>
              <a:spcPct val="90000"/>
            </a:lnSpc>
            <a:spcBef>
              <a:spcPct val="0"/>
            </a:spcBef>
            <a:spcAft>
              <a:spcPct val="35000"/>
            </a:spcAft>
          </a:pPr>
          <a:r>
            <a:rPr lang="en-US" sz="2400" b="1" kern="1200" dirty="0" smtClean="0">
              <a:solidFill>
                <a:schemeClr val="accent3">
                  <a:lumMod val="75000"/>
                </a:schemeClr>
              </a:solidFill>
              <a:latin typeface="Raleway Medium" panose="020B0604020202020204" charset="0"/>
            </a:rPr>
            <a:t>X-Ray</a:t>
          </a:r>
          <a:endParaRPr lang="en-US" sz="2400" b="1" kern="1200" dirty="0">
            <a:solidFill>
              <a:schemeClr val="accent3">
                <a:lumMod val="75000"/>
              </a:schemeClr>
            </a:solidFill>
            <a:latin typeface="Raleway Medium" panose="020B0604020202020204" charset="0"/>
          </a:endParaRPr>
        </a:p>
      </dsp:txBody>
      <dsp:txXfrm>
        <a:off x="0" y="341456"/>
        <a:ext cx="1904999" cy="1143000"/>
      </dsp:txXfrm>
    </dsp:sp>
    <dsp:sp modelId="{A6579805-B335-4909-B77F-D5B5883DDDC8}">
      <dsp:nvSpPr>
        <dsp:cNvPr id="0" name=""/>
        <dsp:cNvSpPr/>
      </dsp:nvSpPr>
      <dsp:spPr>
        <a:xfrm>
          <a:off x="2095500" y="341456"/>
          <a:ext cx="1904999" cy="1143000"/>
        </a:xfrm>
        <a:prstGeom prst="rect">
          <a:avLst/>
        </a:prstGeom>
        <a:solidFill>
          <a:srgbClr val="FFFF00"/>
        </a:solidFill>
        <a:ln w="25400" cap="flat" cmpd="sng" algn="ctr">
          <a:solidFill>
            <a:schemeClr val="accent2">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lvl="0" algn="ctr" defTabSz="1066800">
            <a:lnSpc>
              <a:spcPct val="90000"/>
            </a:lnSpc>
            <a:spcBef>
              <a:spcPct val="0"/>
            </a:spcBef>
            <a:spcAft>
              <a:spcPct val="35000"/>
            </a:spcAft>
          </a:pPr>
          <a:r>
            <a:rPr lang="en-US" sz="2400" b="1" kern="1200" dirty="0" smtClean="0">
              <a:solidFill>
                <a:schemeClr val="accent3">
                  <a:lumMod val="75000"/>
                </a:schemeClr>
              </a:solidFill>
              <a:latin typeface="Raleway Medium" panose="020B0604020202020204" charset="0"/>
            </a:rPr>
            <a:t>CT scan </a:t>
          </a:r>
          <a:endParaRPr lang="en-US" sz="2400" b="1" kern="1200" dirty="0">
            <a:solidFill>
              <a:schemeClr val="accent3">
                <a:lumMod val="75000"/>
              </a:schemeClr>
            </a:solidFill>
            <a:latin typeface="Raleway Medium" panose="020B0604020202020204" charset="0"/>
          </a:endParaRPr>
        </a:p>
      </dsp:txBody>
      <dsp:txXfrm>
        <a:off x="2095500" y="341456"/>
        <a:ext cx="1904999" cy="1143000"/>
      </dsp:txXfrm>
    </dsp:sp>
    <dsp:sp modelId="{B1F1F131-3A8F-413A-A598-B64B3258B07F}">
      <dsp:nvSpPr>
        <dsp:cNvPr id="0" name=""/>
        <dsp:cNvSpPr/>
      </dsp:nvSpPr>
      <dsp:spPr>
        <a:xfrm>
          <a:off x="4191000" y="341456"/>
          <a:ext cx="1904999" cy="1143000"/>
        </a:xfrm>
        <a:prstGeom prst="rect">
          <a:avLst/>
        </a:prstGeom>
        <a:solidFill>
          <a:schemeClr val="lt1">
            <a:hueOff val="0"/>
            <a:satOff val="0"/>
            <a:lumOff val="0"/>
            <a:alphaOff val="0"/>
          </a:schemeClr>
        </a:solidFill>
        <a:ln w="25400" cap="flat" cmpd="sng" algn="ctr">
          <a:solidFill>
            <a:schemeClr val="accent2">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lvl="0" algn="ctr" defTabSz="1066800">
            <a:lnSpc>
              <a:spcPct val="90000"/>
            </a:lnSpc>
            <a:spcBef>
              <a:spcPct val="0"/>
            </a:spcBef>
            <a:spcAft>
              <a:spcPct val="35000"/>
            </a:spcAft>
          </a:pPr>
          <a:r>
            <a:rPr lang="en-US" sz="2400" b="1" kern="1200" dirty="0" smtClean="0">
              <a:solidFill>
                <a:schemeClr val="accent3">
                  <a:lumMod val="75000"/>
                </a:schemeClr>
              </a:solidFill>
              <a:latin typeface="Raleway Medium" panose="020B0604020202020204" charset="0"/>
            </a:rPr>
            <a:t>MRI</a:t>
          </a:r>
          <a:endParaRPr lang="en-US" sz="2400" b="1" kern="1200" dirty="0">
            <a:solidFill>
              <a:schemeClr val="accent3">
                <a:lumMod val="75000"/>
              </a:schemeClr>
            </a:solidFill>
            <a:latin typeface="Raleway Medium" panose="020B0604020202020204" charset="0"/>
          </a:endParaRPr>
        </a:p>
      </dsp:txBody>
      <dsp:txXfrm>
        <a:off x="4191000" y="341456"/>
        <a:ext cx="1904999" cy="1143000"/>
      </dsp:txXfrm>
    </dsp:sp>
    <dsp:sp modelId="{46CC6756-3195-4FC3-B52D-AF383BF8CB02}">
      <dsp:nvSpPr>
        <dsp:cNvPr id="0" name=""/>
        <dsp:cNvSpPr/>
      </dsp:nvSpPr>
      <dsp:spPr>
        <a:xfrm>
          <a:off x="0" y="1674957"/>
          <a:ext cx="1904999" cy="1143000"/>
        </a:xfrm>
        <a:prstGeom prst="rect">
          <a:avLst/>
        </a:prstGeom>
        <a:solidFill>
          <a:schemeClr val="lt1">
            <a:hueOff val="0"/>
            <a:satOff val="0"/>
            <a:lumOff val="0"/>
            <a:alphaOff val="0"/>
          </a:schemeClr>
        </a:solidFill>
        <a:ln w="25400" cap="flat" cmpd="sng" algn="ctr">
          <a:solidFill>
            <a:schemeClr val="accent2">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lvl="0" algn="ctr" defTabSz="1066800">
            <a:lnSpc>
              <a:spcPct val="90000"/>
            </a:lnSpc>
            <a:spcBef>
              <a:spcPct val="0"/>
            </a:spcBef>
            <a:spcAft>
              <a:spcPct val="35000"/>
            </a:spcAft>
          </a:pPr>
          <a:r>
            <a:rPr lang="en-US" sz="2400" b="1" kern="1200" dirty="0" smtClean="0">
              <a:solidFill>
                <a:schemeClr val="accent3">
                  <a:lumMod val="75000"/>
                </a:schemeClr>
              </a:solidFill>
              <a:latin typeface="Raleway Medium" panose="020B0604020202020204" charset="0"/>
            </a:rPr>
            <a:t>Ultrasound</a:t>
          </a:r>
          <a:endParaRPr lang="en-US" sz="2400" b="1" kern="1200" dirty="0">
            <a:solidFill>
              <a:schemeClr val="accent3">
                <a:lumMod val="75000"/>
              </a:schemeClr>
            </a:solidFill>
            <a:latin typeface="Raleway Medium" panose="020B0604020202020204" charset="0"/>
          </a:endParaRPr>
        </a:p>
      </dsp:txBody>
      <dsp:txXfrm>
        <a:off x="0" y="1674957"/>
        <a:ext cx="1904999" cy="1143000"/>
      </dsp:txXfrm>
    </dsp:sp>
    <dsp:sp modelId="{A03E0F93-910C-4401-9901-23D28703C5E0}">
      <dsp:nvSpPr>
        <dsp:cNvPr id="0" name=""/>
        <dsp:cNvSpPr/>
      </dsp:nvSpPr>
      <dsp:spPr>
        <a:xfrm>
          <a:off x="2095500" y="1674956"/>
          <a:ext cx="1904999" cy="1143000"/>
        </a:xfrm>
        <a:prstGeom prst="rect">
          <a:avLst/>
        </a:prstGeom>
        <a:solidFill>
          <a:schemeClr val="lt1">
            <a:hueOff val="0"/>
            <a:satOff val="0"/>
            <a:lumOff val="0"/>
            <a:alphaOff val="0"/>
          </a:schemeClr>
        </a:solidFill>
        <a:ln w="25400" cap="flat" cmpd="sng" algn="ctr">
          <a:solidFill>
            <a:schemeClr val="accent2">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lvl="0" algn="ctr" defTabSz="1066800">
            <a:lnSpc>
              <a:spcPct val="90000"/>
            </a:lnSpc>
            <a:spcBef>
              <a:spcPct val="0"/>
            </a:spcBef>
            <a:spcAft>
              <a:spcPct val="35000"/>
            </a:spcAft>
          </a:pPr>
          <a:r>
            <a:rPr lang="en-US" sz="2400" b="1" kern="1200" dirty="0" smtClean="0">
              <a:solidFill>
                <a:schemeClr val="accent3">
                  <a:lumMod val="75000"/>
                </a:schemeClr>
              </a:solidFill>
              <a:latin typeface="Raleway Medium" panose="020B0604020202020204" charset="0"/>
            </a:rPr>
            <a:t>Microscopy</a:t>
          </a:r>
          <a:endParaRPr lang="en-US" sz="2400" b="1" kern="1200" dirty="0">
            <a:solidFill>
              <a:schemeClr val="accent3">
                <a:lumMod val="75000"/>
              </a:schemeClr>
            </a:solidFill>
            <a:latin typeface="Raleway Medium" panose="020B0604020202020204" charset="0"/>
          </a:endParaRPr>
        </a:p>
      </dsp:txBody>
      <dsp:txXfrm>
        <a:off x="2095500" y="1674956"/>
        <a:ext cx="1904999" cy="1143000"/>
      </dsp:txXfrm>
    </dsp:sp>
    <dsp:sp modelId="{A92CD440-97FD-4D43-B139-F7BB6BBD040D}">
      <dsp:nvSpPr>
        <dsp:cNvPr id="0" name=""/>
        <dsp:cNvSpPr/>
      </dsp:nvSpPr>
      <dsp:spPr>
        <a:xfrm>
          <a:off x="4191000" y="1674956"/>
          <a:ext cx="1904999" cy="1143000"/>
        </a:xfrm>
        <a:prstGeom prst="rect">
          <a:avLst/>
        </a:prstGeom>
        <a:solidFill>
          <a:schemeClr val="lt1">
            <a:hueOff val="0"/>
            <a:satOff val="0"/>
            <a:lumOff val="0"/>
            <a:alphaOff val="0"/>
          </a:schemeClr>
        </a:solidFill>
        <a:ln w="25400" cap="flat" cmpd="sng" algn="ctr">
          <a:solidFill>
            <a:schemeClr val="accent2">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lvl="0" algn="ctr" defTabSz="1066800">
            <a:lnSpc>
              <a:spcPct val="90000"/>
            </a:lnSpc>
            <a:spcBef>
              <a:spcPct val="0"/>
            </a:spcBef>
            <a:spcAft>
              <a:spcPct val="35000"/>
            </a:spcAft>
          </a:pPr>
          <a:r>
            <a:rPr lang="en-US" sz="2400" b="1" kern="1200" dirty="0" smtClean="0">
              <a:solidFill>
                <a:schemeClr val="accent3">
                  <a:lumMod val="75000"/>
                </a:schemeClr>
              </a:solidFill>
              <a:latin typeface="Raleway Medium" panose="020B0604020202020204" charset="0"/>
            </a:rPr>
            <a:t>Nuclear Medicine</a:t>
          </a:r>
          <a:endParaRPr lang="en-US" sz="2400" b="1" kern="1200" dirty="0">
            <a:solidFill>
              <a:schemeClr val="accent3">
                <a:lumMod val="75000"/>
              </a:schemeClr>
            </a:solidFill>
            <a:latin typeface="Raleway Medium" panose="020B0604020202020204" charset="0"/>
          </a:endParaRPr>
        </a:p>
      </dsp:txBody>
      <dsp:txXfrm>
        <a:off x="4191000" y="1674956"/>
        <a:ext cx="1904999" cy="1143000"/>
      </dsp:txXfrm>
    </dsp:sp>
  </dsp:spTree>
</dsp:drawing>
</file>

<file path=ppt/diagrams/layout1.xml><?xml version="1.0" encoding="utf-8"?>
<dgm:layoutDef xmlns:dgm="http://schemas.openxmlformats.org/drawingml/2006/diagram" xmlns:a="http://schemas.openxmlformats.org/drawingml/2006/main" uniqueId="urn:microsoft.com/office/officeart/2005/8/layout/default#46">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default#46">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4"/>
        <p:cNvGrpSpPr/>
        <p:nvPr/>
      </p:nvGrpSpPr>
      <p:grpSpPr>
        <a:xfrm>
          <a:off x="0" y="0"/>
          <a:ext cx="0" cy="0"/>
          <a:chOff x="0" y="0"/>
          <a:chExt cx="0" cy="0"/>
        </a:xfrm>
      </p:grpSpPr>
      <p:sp>
        <p:nvSpPr>
          <p:cNvPr id="255" name="Google Shape;255;g4dfce81f19_0_4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6" name="Google Shape;256;g4dfce81f19_0_4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 xmlns:p14="http://schemas.microsoft.com/office/powerpoint/2010/main" val="321171316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2"/>
        <p:cNvGrpSpPr/>
        <p:nvPr/>
      </p:nvGrpSpPr>
      <p:grpSpPr>
        <a:xfrm>
          <a:off x="0" y="0"/>
          <a:ext cx="0" cy="0"/>
          <a:chOff x="0" y="0"/>
          <a:chExt cx="0" cy="0"/>
        </a:xfrm>
      </p:grpSpPr>
      <p:sp>
        <p:nvSpPr>
          <p:cNvPr id="303" name="Google Shape;303;g54dda1946d_6_30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4" name="Google Shape;304;g54dda1946d_6_30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smtClean="0"/>
              <a:t>https://www.ncbi.nlm.nih.gov/pmc/articles/PMC9192206/</a:t>
            </a:r>
            <a:endParaRPr dirty="0"/>
          </a:p>
        </p:txBody>
      </p:sp>
    </p:spTree>
    <p:extLst>
      <p:ext uri="{BB962C8B-B14F-4D97-AF65-F5344CB8AC3E}">
        <p14:creationId xmlns="" xmlns:p14="http://schemas.microsoft.com/office/powerpoint/2010/main" val="95977508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endParaRPr lang="en-US" dirty="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r>
              <a:rPr lang="en-US" dirty="0" smtClean="0"/>
              <a:t>https://www.youtube.com/watch?v=PWFOu2EcYyM&amp;list=PLChQQ5wHnWjJwamS1DijqnXQIlKyzAPsU</a:t>
            </a:r>
          </a:p>
          <a:p>
            <a:endParaRPr lang="en-US" dirty="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r>
              <a:rPr lang="en-US" dirty="0" smtClean="0"/>
              <a:t>https://www.youtube.com/watch?v=wMSryzRvC8Y</a:t>
            </a:r>
          </a:p>
          <a:p>
            <a:r>
              <a:rPr lang="en-US" smtClean="0"/>
              <a:t>https://www.youtube.com/@amrelghorab2538/playlists</a:t>
            </a:r>
          </a:p>
          <a:p>
            <a:endParaRPr lang="en-US" dirty="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r>
              <a:rPr lang="en-US" dirty="0" smtClean="0"/>
              <a:t>https://link.springer.com/chapter/10.1007/978-0-85729-027-4_3</a:t>
            </a:r>
            <a:endParaRPr lang="en-US" dirty="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r>
              <a:rPr lang="en-US" dirty="0" smtClean="0"/>
              <a:t>https://link.springer.com/chapter/10.1007/978-0-85729-027-4_4</a:t>
            </a:r>
            <a:endParaRPr lang="en-US" dirty="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endParaRPr lang="en-US" dirty="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r>
              <a:rPr lang="ar-EG" smtClean="0"/>
              <a:t>الإنسداد</a:t>
            </a:r>
            <a:r>
              <a:rPr lang="ar-EG" baseline="0" smtClean="0"/>
              <a:t> الرئوي</a:t>
            </a:r>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8"/>
        <p:cNvGrpSpPr/>
        <p:nvPr/>
      </p:nvGrpSpPr>
      <p:grpSpPr>
        <a:xfrm>
          <a:off x="0" y="0"/>
          <a:ext cx="0" cy="0"/>
          <a:chOff x="0" y="0"/>
          <a:chExt cx="0" cy="0"/>
        </a:xfrm>
      </p:grpSpPr>
      <p:sp>
        <p:nvSpPr>
          <p:cNvPr id="9" name="Google Shape;9;p2"/>
          <p:cNvSpPr txBox="1">
            <a:spLocks noGrp="1"/>
          </p:cNvSpPr>
          <p:nvPr>
            <p:ph type="ctrTitle"/>
          </p:nvPr>
        </p:nvSpPr>
        <p:spPr>
          <a:xfrm>
            <a:off x="713225" y="898850"/>
            <a:ext cx="4528800" cy="2502900"/>
          </a:xfrm>
          <a:prstGeom prst="rect">
            <a:avLst/>
          </a:prstGeom>
        </p:spPr>
        <p:txBody>
          <a:bodyPr spcFirstLastPara="1" wrap="square" lIns="91425" tIns="91425" rIns="91425" bIns="91425" anchor="b" anchorCtr="0">
            <a:noAutofit/>
          </a:bodyPr>
          <a:lstStyle>
            <a:lvl1pPr lvl="0" algn="l">
              <a:spcBef>
                <a:spcPts val="0"/>
              </a:spcBef>
              <a:spcAft>
                <a:spcPts val="0"/>
              </a:spcAft>
              <a:buClr>
                <a:srgbClr val="191919"/>
              </a:buClr>
              <a:buSzPts val="5200"/>
              <a:buNone/>
              <a:defRPr sz="5000"/>
            </a:lvl1pPr>
            <a:lvl2pPr lvl="1" algn="ctr">
              <a:spcBef>
                <a:spcPts val="0"/>
              </a:spcBef>
              <a:spcAft>
                <a:spcPts val="0"/>
              </a:spcAft>
              <a:buClr>
                <a:srgbClr val="191919"/>
              </a:buClr>
              <a:buSzPts val="5200"/>
              <a:buNone/>
              <a:defRPr sz="5200">
                <a:solidFill>
                  <a:srgbClr val="191919"/>
                </a:solidFill>
              </a:defRPr>
            </a:lvl2pPr>
            <a:lvl3pPr lvl="2" algn="ctr">
              <a:spcBef>
                <a:spcPts val="0"/>
              </a:spcBef>
              <a:spcAft>
                <a:spcPts val="0"/>
              </a:spcAft>
              <a:buClr>
                <a:srgbClr val="191919"/>
              </a:buClr>
              <a:buSzPts val="5200"/>
              <a:buNone/>
              <a:defRPr sz="5200">
                <a:solidFill>
                  <a:srgbClr val="191919"/>
                </a:solidFill>
              </a:defRPr>
            </a:lvl3pPr>
            <a:lvl4pPr lvl="3" algn="ctr">
              <a:spcBef>
                <a:spcPts val="0"/>
              </a:spcBef>
              <a:spcAft>
                <a:spcPts val="0"/>
              </a:spcAft>
              <a:buClr>
                <a:srgbClr val="191919"/>
              </a:buClr>
              <a:buSzPts val="5200"/>
              <a:buNone/>
              <a:defRPr sz="5200">
                <a:solidFill>
                  <a:srgbClr val="191919"/>
                </a:solidFill>
              </a:defRPr>
            </a:lvl4pPr>
            <a:lvl5pPr lvl="4" algn="ctr">
              <a:spcBef>
                <a:spcPts val="0"/>
              </a:spcBef>
              <a:spcAft>
                <a:spcPts val="0"/>
              </a:spcAft>
              <a:buClr>
                <a:srgbClr val="191919"/>
              </a:buClr>
              <a:buSzPts val="5200"/>
              <a:buNone/>
              <a:defRPr sz="5200">
                <a:solidFill>
                  <a:srgbClr val="191919"/>
                </a:solidFill>
              </a:defRPr>
            </a:lvl5pPr>
            <a:lvl6pPr lvl="5" algn="ctr">
              <a:spcBef>
                <a:spcPts val="0"/>
              </a:spcBef>
              <a:spcAft>
                <a:spcPts val="0"/>
              </a:spcAft>
              <a:buClr>
                <a:srgbClr val="191919"/>
              </a:buClr>
              <a:buSzPts val="5200"/>
              <a:buNone/>
              <a:defRPr sz="5200">
                <a:solidFill>
                  <a:srgbClr val="191919"/>
                </a:solidFill>
              </a:defRPr>
            </a:lvl6pPr>
            <a:lvl7pPr lvl="6" algn="ctr">
              <a:spcBef>
                <a:spcPts val="0"/>
              </a:spcBef>
              <a:spcAft>
                <a:spcPts val="0"/>
              </a:spcAft>
              <a:buClr>
                <a:srgbClr val="191919"/>
              </a:buClr>
              <a:buSzPts val="5200"/>
              <a:buNone/>
              <a:defRPr sz="5200">
                <a:solidFill>
                  <a:srgbClr val="191919"/>
                </a:solidFill>
              </a:defRPr>
            </a:lvl7pPr>
            <a:lvl8pPr lvl="7" algn="ctr">
              <a:spcBef>
                <a:spcPts val="0"/>
              </a:spcBef>
              <a:spcAft>
                <a:spcPts val="0"/>
              </a:spcAft>
              <a:buClr>
                <a:srgbClr val="191919"/>
              </a:buClr>
              <a:buSzPts val="5200"/>
              <a:buNone/>
              <a:defRPr sz="5200">
                <a:solidFill>
                  <a:srgbClr val="191919"/>
                </a:solidFill>
              </a:defRPr>
            </a:lvl8pPr>
            <a:lvl9pPr lvl="8" algn="ctr">
              <a:spcBef>
                <a:spcPts val="0"/>
              </a:spcBef>
              <a:spcAft>
                <a:spcPts val="0"/>
              </a:spcAft>
              <a:buClr>
                <a:srgbClr val="191919"/>
              </a:buClr>
              <a:buSzPts val="5200"/>
              <a:buNone/>
              <a:defRPr sz="5200">
                <a:solidFill>
                  <a:srgbClr val="191919"/>
                </a:solidFill>
              </a:defRPr>
            </a:lvl9pPr>
          </a:lstStyle>
          <a:p>
            <a:endParaRPr/>
          </a:p>
        </p:txBody>
      </p:sp>
      <p:sp>
        <p:nvSpPr>
          <p:cNvPr id="10" name="Google Shape;10;p2"/>
          <p:cNvSpPr txBox="1">
            <a:spLocks noGrp="1"/>
          </p:cNvSpPr>
          <p:nvPr>
            <p:ph type="subTitle" idx="1"/>
          </p:nvPr>
        </p:nvSpPr>
        <p:spPr>
          <a:xfrm>
            <a:off x="713225" y="3747175"/>
            <a:ext cx="4528800" cy="475800"/>
          </a:xfrm>
          <a:prstGeom prst="rect">
            <a:avLst/>
          </a:prstGeom>
        </p:spPr>
        <p:txBody>
          <a:bodyPr spcFirstLastPara="1" wrap="square" lIns="91425" tIns="91425" rIns="91425" bIns="91425" anchor="t" anchorCtr="0">
            <a:noAutofit/>
          </a:bodyPr>
          <a:lstStyle>
            <a:lvl1pPr lvl="0">
              <a:lnSpc>
                <a:spcPct val="100000"/>
              </a:lnSpc>
              <a:spcBef>
                <a:spcPts val="0"/>
              </a:spcBef>
              <a:spcAft>
                <a:spcPts val="0"/>
              </a:spcAft>
              <a:buSzPts val="1200"/>
              <a:buNone/>
              <a:defRPr sz="1600">
                <a:solidFill>
                  <a:schemeClr val="dk1"/>
                </a:solidFill>
              </a:defRPr>
            </a:lvl1pPr>
            <a:lvl2pPr lvl="1" algn="ctr">
              <a:lnSpc>
                <a:spcPct val="100000"/>
              </a:lnSpc>
              <a:spcBef>
                <a:spcPts val="0"/>
              </a:spcBef>
              <a:spcAft>
                <a:spcPts val="0"/>
              </a:spcAft>
              <a:buSzPts val="1800"/>
              <a:buNone/>
              <a:defRPr sz="1800"/>
            </a:lvl2pPr>
            <a:lvl3pPr lvl="2" algn="ctr">
              <a:lnSpc>
                <a:spcPct val="100000"/>
              </a:lnSpc>
              <a:spcBef>
                <a:spcPts val="0"/>
              </a:spcBef>
              <a:spcAft>
                <a:spcPts val="0"/>
              </a:spcAft>
              <a:buSzPts val="1800"/>
              <a:buNone/>
              <a:defRPr sz="1800"/>
            </a:lvl3pPr>
            <a:lvl4pPr lvl="3" algn="ctr">
              <a:lnSpc>
                <a:spcPct val="100000"/>
              </a:lnSpc>
              <a:spcBef>
                <a:spcPts val="0"/>
              </a:spcBef>
              <a:spcAft>
                <a:spcPts val="0"/>
              </a:spcAft>
              <a:buSzPts val="1800"/>
              <a:buNone/>
              <a:defRPr sz="1800"/>
            </a:lvl4pPr>
            <a:lvl5pPr lvl="4" algn="ctr">
              <a:lnSpc>
                <a:spcPct val="100000"/>
              </a:lnSpc>
              <a:spcBef>
                <a:spcPts val="0"/>
              </a:spcBef>
              <a:spcAft>
                <a:spcPts val="0"/>
              </a:spcAft>
              <a:buSzPts val="1800"/>
              <a:buNone/>
              <a:defRPr sz="1800"/>
            </a:lvl5pPr>
            <a:lvl6pPr lvl="5" algn="ctr">
              <a:lnSpc>
                <a:spcPct val="100000"/>
              </a:lnSpc>
              <a:spcBef>
                <a:spcPts val="0"/>
              </a:spcBef>
              <a:spcAft>
                <a:spcPts val="0"/>
              </a:spcAft>
              <a:buSzPts val="1800"/>
              <a:buNone/>
              <a:defRPr sz="1800"/>
            </a:lvl6pPr>
            <a:lvl7pPr lvl="6" algn="ctr">
              <a:lnSpc>
                <a:spcPct val="100000"/>
              </a:lnSpc>
              <a:spcBef>
                <a:spcPts val="0"/>
              </a:spcBef>
              <a:spcAft>
                <a:spcPts val="0"/>
              </a:spcAft>
              <a:buSzPts val="1800"/>
              <a:buNone/>
              <a:defRPr sz="1800"/>
            </a:lvl7pPr>
            <a:lvl8pPr lvl="7" algn="ctr">
              <a:lnSpc>
                <a:spcPct val="100000"/>
              </a:lnSpc>
              <a:spcBef>
                <a:spcPts val="0"/>
              </a:spcBef>
              <a:spcAft>
                <a:spcPts val="0"/>
              </a:spcAft>
              <a:buSzPts val="1800"/>
              <a:buNone/>
              <a:defRPr sz="1800"/>
            </a:lvl8pPr>
            <a:lvl9pPr lvl="8" algn="ctr">
              <a:lnSpc>
                <a:spcPct val="100000"/>
              </a:lnSpc>
              <a:spcBef>
                <a:spcPts val="0"/>
              </a:spcBef>
              <a:spcAft>
                <a:spcPts val="0"/>
              </a:spcAft>
              <a:buSzPts val="1800"/>
              <a:buNone/>
              <a:defRPr sz="1800"/>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1"/>
        <p:cNvGrpSpPr/>
        <p:nvPr/>
      </p:nvGrpSpPr>
      <p:grpSpPr>
        <a:xfrm>
          <a:off x="0" y="0"/>
          <a:ext cx="0" cy="0"/>
          <a:chOff x="0" y="0"/>
          <a:chExt cx="0" cy="0"/>
        </a:xfrm>
      </p:grpSpPr>
      <p:sp>
        <p:nvSpPr>
          <p:cNvPr id="12" name="Google Shape;12;p3"/>
          <p:cNvSpPr txBox="1">
            <a:spLocks noGrp="1"/>
          </p:cNvSpPr>
          <p:nvPr>
            <p:ph type="title"/>
          </p:nvPr>
        </p:nvSpPr>
        <p:spPr>
          <a:xfrm>
            <a:off x="713225" y="2785050"/>
            <a:ext cx="3938400" cy="916500"/>
          </a:xfrm>
          <a:prstGeom prst="rect">
            <a:avLst/>
          </a:prstGeom>
        </p:spPr>
        <p:txBody>
          <a:bodyPr spcFirstLastPara="1" wrap="square" lIns="91425" tIns="91425" rIns="91425" bIns="91425" anchor="t" anchorCtr="0">
            <a:noAutofit/>
          </a:bodyPr>
          <a:lstStyle>
            <a:lvl1pPr lvl="0" algn="l">
              <a:spcBef>
                <a:spcPts val="0"/>
              </a:spcBef>
              <a:spcAft>
                <a:spcPts val="0"/>
              </a:spcAft>
              <a:buSzPts val="3600"/>
              <a:buNone/>
              <a:defRPr sz="50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13" name="Google Shape;13;p3"/>
          <p:cNvSpPr txBox="1">
            <a:spLocks noGrp="1"/>
          </p:cNvSpPr>
          <p:nvPr>
            <p:ph type="title" idx="2" hasCustomPrompt="1"/>
          </p:nvPr>
        </p:nvSpPr>
        <p:spPr>
          <a:xfrm>
            <a:off x="713225" y="1307150"/>
            <a:ext cx="1122900" cy="1122900"/>
          </a:xfrm>
          <a:prstGeom prst="rect">
            <a:avLst/>
          </a:prstGeom>
          <a:solidFill>
            <a:schemeClr val="accent1"/>
          </a:solidFill>
        </p:spPr>
        <p:txBody>
          <a:bodyPr spcFirstLastPara="1" wrap="square" lIns="91425" tIns="91425" rIns="91425" bIns="91425" anchor="ctr" anchorCtr="0">
            <a:noAutofit/>
          </a:bodyPr>
          <a:lstStyle>
            <a:lvl1pPr lvl="0" algn="ctr" rtl="0">
              <a:spcBef>
                <a:spcPts val="0"/>
              </a:spcBef>
              <a:spcAft>
                <a:spcPts val="0"/>
              </a:spcAft>
              <a:buClr>
                <a:schemeClr val="lt1"/>
              </a:buClr>
              <a:buSzPts val="6000"/>
              <a:buNone/>
              <a:defRPr sz="5000"/>
            </a:lvl1pPr>
            <a:lvl2pPr lvl="1" algn="ctr" rtl="0">
              <a:spcBef>
                <a:spcPts val="0"/>
              </a:spcBef>
              <a:spcAft>
                <a:spcPts val="0"/>
              </a:spcAft>
              <a:buClr>
                <a:schemeClr val="lt1"/>
              </a:buClr>
              <a:buSzPts val="6000"/>
              <a:buNone/>
              <a:defRPr sz="6000">
                <a:solidFill>
                  <a:schemeClr val="lt1"/>
                </a:solidFill>
              </a:defRPr>
            </a:lvl2pPr>
            <a:lvl3pPr lvl="2" algn="ctr" rtl="0">
              <a:spcBef>
                <a:spcPts val="0"/>
              </a:spcBef>
              <a:spcAft>
                <a:spcPts val="0"/>
              </a:spcAft>
              <a:buClr>
                <a:schemeClr val="lt1"/>
              </a:buClr>
              <a:buSzPts val="6000"/>
              <a:buNone/>
              <a:defRPr sz="6000">
                <a:solidFill>
                  <a:schemeClr val="lt1"/>
                </a:solidFill>
              </a:defRPr>
            </a:lvl3pPr>
            <a:lvl4pPr lvl="3" algn="ctr" rtl="0">
              <a:spcBef>
                <a:spcPts val="0"/>
              </a:spcBef>
              <a:spcAft>
                <a:spcPts val="0"/>
              </a:spcAft>
              <a:buClr>
                <a:schemeClr val="lt1"/>
              </a:buClr>
              <a:buSzPts val="6000"/>
              <a:buNone/>
              <a:defRPr sz="6000">
                <a:solidFill>
                  <a:schemeClr val="lt1"/>
                </a:solidFill>
              </a:defRPr>
            </a:lvl4pPr>
            <a:lvl5pPr lvl="4" algn="ctr" rtl="0">
              <a:spcBef>
                <a:spcPts val="0"/>
              </a:spcBef>
              <a:spcAft>
                <a:spcPts val="0"/>
              </a:spcAft>
              <a:buClr>
                <a:schemeClr val="lt1"/>
              </a:buClr>
              <a:buSzPts val="6000"/>
              <a:buNone/>
              <a:defRPr sz="6000">
                <a:solidFill>
                  <a:schemeClr val="lt1"/>
                </a:solidFill>
              </a:defRPr>
            </a:lvl5pPr>
            <a:lvl6pPr lvl="5" algn="ctr" rtl="0">
              <a:spcBef>
                <a:spcPts val="0"/>
              </a:spcBef>
              <a:spcAft>
                <a:spcPts val="0"/>
              </a:spcAft>
              <a:buClr>
                <a:schemeClr val="lt1"/>
              </a:buClr>
              <a:buSzPts val="6000"/>
              <a:buNone/>
              <a:defRPr sz="6000">
                <a:solidFill>
                  <a:schemeClr val="lt1"/>
                </a:solidFill>
              </a:defRPr>
            </a:lvl6pPr>
            <a:lvl7pPr lvl="6" algn="ctr" rtl="0">
              <a:spcBef>
                <a:spcPts val="0"/>
              </a:spcBef>
              <a:spcAft>
                <a:spcPts val="0"/>
              </a:spcAft>
              <a:buClr>
                <a:schemeClr val="lt1"/>
              </a:buClr>
              <a:buSzPts val="6000"/>
              <a:buNone/>
              <a:defRPr sz="6000">
                <a:solidFill>
                  <a:schemeClr val="lt1"/>
                </a:solidFill>
              </a:defRPr>
            </a:lvl7pPr>
            <a:lvl8pPr lvl="7" algn="ctr" rtl="0">
              <a:spcBef>
                <a:spcPts val="0"/>
              </a:spcBef>
              <a:spcAft>
                <a:spcPts val="0"/>
              </a:spcAft>
              <a:buClr>
                <a:schemeClr val="lt1"/>
              </a:buClr>
              <a:buSzPts val="6000"/>
              <a:buNone/>
              <a:defRPr sz="6000">
                <a:solidFill>
                  <a:schemeClr val="lt1"/>
                </a:solidFill>
              </a:defRPr>
            </a:lvl8pPr>
            <a:lvl9pPr lvl="8" algn="ctr" rtl="0">
              <a:spcBef>
                <a:spcPts val="0"/>
              </a:spcBef>
              <a:spcAft>
                <a:spcPts val="0"/>
              </a:spcAft>
              <a:buClr>
                <a:schemeClr val="lt1"/>
              </a:buClr>
              <a:buSzPts val="6000"/>
              <a:buNone/>
              <a:defRPr sz="6000">
                <a:solidFill>
                  <a:schemeClr val="lt1"/>
                </a:solidFill>
              </a:defRPr>
            </a:lvl9pPr>
          </a:lstStyle>
          <a:p>
            <a:r>
              <a:t>xx%</a:t>
            </a:r>
          </a:p>
        </p:txBody>
      </p:sp>
      <p:grpSp>
        <p:nvGrpSpPr>
          <p:cNvPr id="14" name="Google Shape;14;p3"/>
          <p:cNvGrpSpPr/>
          <p:nvPr/>
        </p:nvGrpSpPr>
        <p:grpSpPr>
          <a:xfrm>
            <a:off x="262800" y="258750"/>
            <a:ext cx="8618400" cy="4664400"/>
            <a:chOff x="262800" y="258750"/>
            <a:chExt cx="8618400" cy="4664400"/>
          </a:xfrm>
        </p:grpSpPr>
        <p:sp>
          <p:nvSpPr>
            <p:cNvPr id="15" name="Google Shape;15;p3"/>
            <p:cNvSpPr/>
            <p:nvPr/>
          </p:nvSpPr>
          <p:spPr>
            <a:xfrm>
              <a:off x="262800" y="258750"/>
              <a:ext cx="8618400" cy="4626000"/>
            </a:xfrm>
            <a:prstGeom prst="rect">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6" name="Google Shape;16;p3"/>
            <p:cNvSpPr/>
            <p:nvPr/>
          </p:nvSpPr>
          <p:spPr>
            <a:xfrm>
              <a:off x="713225" y="4846350"/>
              <a:ext cx="1022100" cy="768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7"/>
        <p:cNvGrpSpPr/>
        <p:nvPr/>
      </p:nvGrpSpPr>
      <p:grpSpPr>
        <a:xfrm>
          <a:off x="0" y="0"/>
          <a:ext cx="0" cy="0"/>
          <a:chOff x="0" y="0"/>
          <a:chExt cx="0" cy="0"/>
        </a:xfrm>
      </p:grpSpPr>
      <p:sp>
        <p:nvSpPr>
          <p:cNvPr id="18" name="Google Shape;18;p4"/>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200"/>
              <a:buNone/>
              <a:defRPr/>
            </a:lvl1pPr>
            <a:lvl2pPr lvl="1" rtl="0">
              <a:spcBef>
                <a:spcPts val="0"/>
              </a:spcBef>
              <a:spcAft>
                <a:spcPts val="0"/>
              </a:spcAft>
              <a:buSzPts val="3700"/>
              <a:buNone/>
              <a:defRPr/>
            </a:lvl2pPr>
            <a:lvl3pPr lvl="2" rtl="0">
              <a:spcBef>
                <a:spcPts val="0"/>
              </a:spcBef>
              <a:spcAft>
                <a:spcPts val="0"/>
              </a:spcAft>
              <a:buSzPts val="3700"/>
              <a:buNone/>
              <a:defRPr/>
            </a:lvl3pPr>
            <a:lvl4pPr lvl="3" rtl="0">
              <a:spcBef>
                <a:spcPts val="0"/>
              </a:spcBef>
              <a:spcAft>
                <a:spcPts val="0"/>
              </a:spcAft>
              <a:buSzPts val="3700"/>
              <a:buNone/>
              <a:defRPr/>
            </a:lvl4pPr>
            <a:lvl5pPr lvl="4" rtl="0">
              <a:spcBef>
                <a:spcPts val="0"/>
              </a:spcBef>
              <a:spcAft>
                <a:spcPts val="0"/>
              </a:spcAft>
              <a:buSzPts val="3700"/>
              <a:buNone/>
              <a:defRPr/>
            </a:lvl5pPr>
            <a:lvl6pPr lvl="5" rtl="0">
              <a:spcBef>
                <a:spcPts val="0"/>
              </a:spcBef>
              <a:spcAft>
                <a:spcPts val="0"/>
              </a:spcAft>
              <a:buSzPts val="3700"/>
              <a:buNone/>
              <a:defRPr/>
            </a:lvl6pPr>
            <a:lvl7pPr lvl="6" rtl="0">
              <a:spcBef>
                <a:spcPts val="0"/>
              </a:spcBef>
              <a:spcAft>
                <a:spcPts val="0"/>
              </a:spcAft>
              <a:buSzPts val="3700"/>
              <a:buNone/>
              <a:defRPr/>
            </a:lvl7pPr>
            <a:lvl8pPr lvl="7" rtl="0">
              <a:spcBef>
                <a:spcPts val="0"/>
              </a:spcBef>
              <a:spcAft>
                <a:spcPts val="0"/>
              </a:spcAft>
              <a:buSzPts val="3700"/>
              <a:buNone/>
              <a:defRPr/>
            </a:lvl8pPr>
            <a:lvl9pPr lvl="8" rtl="0">
              <a:spcBef>
                <a:spcPts val="0"/>
              </a:spcBef>
              <a:spcAft>
                <a:spcPts val="0"/>
              </a:spcAft>
              <a:buSzPts val="3700"/>
              <a:buNone/>
              <a:defRPr/>
            </a:lvl9pPr>
          </a:lstStyle>
          <a:p>
            <a:endParaRPr/>
          </a:p>
        </p:txBody>
      </p:sp>
      <p:sp>
        <p:nvSpPr>
          <p:cNvPr id="19" name="Google Shape;19;p4"/>
          <p:cNvSpPr txBox="1">
            <a:spLocks noGrp="1"/>
          </p:cNvSpPr>
          <p:nvPr>
            <p:ph type="body" idx="1"/>
          </p:nvPr>
        </p:nvSpPr>
        <p:spPr>
          <a:xfrm>
            <a:off x="720000" y="1215751"/>
            <a:ext cx="7704000" cy="405900"/>
          </a:xfrm>
          <a:prstGeom prst="rect">
            <a:avLst/>
          </a:prstGeom>
        </p:spPr>
        <p:txBody>
          <a:bodyPr spcFirstLastPara="1" wrap="square" lIns="91425" tIns="91425" rIns="91425" bIns="91425" anchor="t" anchorCtr="0">
            <a:noAutofit/>
          </a:bodyPr>
          <a:lstStyle>
            <a:lvl1pPr marL="457200" lvl="0" indent="-304800" rtl="0">
              <a:spcBef>
                <a:spcPts val="0"/>
              </a:spcBef>
              <a:spcAft>
                <a:spcPts val="0"/>
              </a:spcAft>
              <a:buSzPts val="1200"/>
              <a:buFont typeface="Nunito Light"/>
              <a:buChar char="●"/>
              <a:defRPr/>
            </a:lvl1pPr>
            <a:lvl2pPr marL="914400" lvl="1" indent="-304800" rtl="0">
              <a:lnSpc>
                <a:spcPct val="100000"/>
              </a:lnSpc>
              <a:spcBef>
                <a:spcPts val="0"/>
              </a:spcBef>
              <a:spcAft>
                <a:spcPts val="0"/>
              </a:spcAft>
              <a:buSzPts val="1200"/>
              <a:buFont typeface="Nunito Light"/>
              <a:buChar char="○"/>
              <a:defRPr/>
            </a:lvl2pPr>
            <a:lvl3pPr marL="1371600" lvl="2" indent="-304800" rtl="0">
              <a:lnSpc>
                <a:spcPct val="100000"/>
              </a:lnSpc>
              <a:spcBef>
                <a:spcPts val="0"/>
              </a:spcBef>
              <a:spcAft>
                <a:spcPts val="0"/>
              </a:spcAft>
              <a:buSzPts val="1200"/>
              <a:buFont typeface="Nunito Light"/>
              <a:buChar char="■"/>
              <a:defRPr/>
            </a:lvl3pPr>
            <a:lvl4pPr marL="1828800" lvl="3" indent="-304800" rtl="0">
              <a:lnSpc>
                <a:spcPct val="100000"/>
              </a:lnSpc>
              <a:spcBef>
                <a:spcPts val="0"/>
              </a:spcBef>
              <a:spcAft>
                <a:spcPts val="0"/>
              </a:spcAft>
              <a:buSzPts val="1200"/>
              <a:buFont typeface="Nunito Light"/>
              <a:buChar char="●"/>
              <a:defRPr/>
            </a:lvl4pPr>
            <a:lvl5pPr marL="2286000" lvl="4" indent="-304800" rtl="0">
              <a:lnSpc>
                <a:spcPct val="100000"/>
              </a:lnSpc>
              <a:spcBef>
                <a:spcPts val="0"/>
              </a:spcBef>
              <a:spcAft>
                <a:spcPts val="0"/>
              </a:spcAft>
              <a:buSzPts val="1200"/>
              <a:buFont typeface="Nunito Light"/>
              <a:buChar char="○"/>
              <a:defRPr/>
            </a:lvl5pPr>
            <a:lvl6pPr marL="2743200" lvl="5" indent="-304800" rtl="0">
              <a:lnSpc>
                <a:spcPct val="100000"/>
              </a:lnSpc>
              <a:spcBef>
                <a:spcPts val="0"/>
              </a:spcBef>
              <a:spcAft>
                <a:spcPts val="0"/>
              </a:spcAft>
              <a:buSzPts val="1200"/>
              <a:buFont typeface="Nunito Light"/>
              <a:buChar char="■"/>
              <a:defRPr/>
            </a:lvl6pPr>
            <a:lvl7pPr marL="3200400" lvl="6" indent="-304800" rtl="0">
              <a:lnSpc>
                <a:spcPct val="100000"/>
              </a:lnSpc>
              <a:spcBef>
                <a:spcPts val="0"/>
              </a:spcBef>
              <a:spcAft>
                <a:spcPts val="0"/>
              </a:spcAft>
              <a:buSzPts val="1200"/>
              <a:buFont typeface="Nunito Light"/>
              <a:buChar char="●"/>
              <a:defRPr/>
            </a:lvl7pPr>
            <a:lvl8pPr marL="3657600" lvl="7" indent="-304800" rtl="0">
              <a:lnSpc>
                <a:spcPct val="100000"/>
              </a:lnSpc>
              <a:spcBef>
                <a:spcPts val="0"/>
              </a:spcBef>
              <a:spcAft>
                <a:spcPts val="0"/>
              </a:spcAft>
              <a:buSzPts val="1200"/>
              <a:buFont typeface="Nunito Light"/>
              <a:buChar char="○"/>
              <a:defRPr/>
            </a:lvl8pPr>
            <a:lvl9pPr marL="4114800" lvl="8" indent="-304800" rtl="0">
              <a:lnSpc>
                <a:spcPct val="100000"/>
              </a:lnSpc>
              <a:spcBef>
                <a:spcPts val="0"/>
              </a:spcBef>
              <a:spcAft>
                <a:spcPts val="0"/>
              </a:spcAft>
              <a:buSzPts val="1200"/>
              <a:buFont typeface="Nunito Light"/>
              <a:buChar char="■"/>
              <a:defRPr/>
            </a:lvl9pPr>
          </a:lstStyle>
          <a:p>
            <a:endParaRPr/>
          </a:p>
        </p:txBody>
      </p:sp>
      <p:grpSp>
        <p:nvGrpSpPr>
          <p:cNvPr id="20" name="Google Shape;20;p4"/>
          <p:cNvGrpSpPr/>
          <p:nvPr/>
        </p:nvGrpSpPr>
        <p:grpSpPr>
          <a:xfrm>
            <a:off x="0" y="224200"/>
            <a:ext cx="9144000" cy="4660550"/>
            <a:chOff x="0" y="224200"/>
            <a:chExt cx="9144000" cy="4660550"/>
          </a:xfrm>
        </p:grpSpPr>
        <p:cxnSp>
          <p:nvCxnSpPr>
            <p:cNvPr id="21" name="Google Shape;21;p4"/>
            <p:cNvCxnSpPr/>
            <p:nvPr/>
          </p:nvCxnSpPr>
          <p:spPr>
            <a:xfrm>
              <a:off x="0" y="262600"/>
              <a:ext cx="9144000" cy="0"/>
            </a:xfrm>
            <a:prstGeom prst="straightConnector1">
              <a:avLst/>
            </a:prstGeom>
            <a:noFill/>
            <a:ln w="9525" cap="flat" cmpd="sng">
              <a:solidFill>
                <a:schemeClr val="dk1"/>
              </a:solidFill>
              <a:prstDash val="solid"/>
              <a:round/>
              <a:headEnd type="none" w="med" len="med"/>
              <a:tailEnd type="none" w="med" len="med"/>
            </a:ln>
          </p:spPr>
        </p:cxnSp>
        <p:sp>
          <p:nvSpPr>
            <p:cNvPr id="22" name="Google Shape;22;p4"/>
            <p:cNvSpPr/>
            <p:nvPr/>
          </p:nvSpPr>
          <p:spPr>
            <a:xfrm>
              <a:off x="7408800" y="224200"/>
              <a:ext cx="1022100" cy="768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cxnSp>
          <p:nvCxnSpPr>
            <p:cNvPr id="23" name="Google Shape;23;p4"/>
            <p:cNvCxnSpPr/>
            <p:nvPr/>
          </p:nvCxnSpPr>
          <p:spPr>
            <a:xfrm>
              <a:off x="0" y="4884750"/>
              <a:ext cx="9144000" cy="0"/>
            </a:xfrm>
            <a:prstGeom prst="straightConnector1">
              <a:avLst/>
            </a:prstGeom>
            <a:noFill/>
            <a:ln w="9525" cap="flat" cmpd="sng">
              <a:solidFill>
                <a:schemeClr val="dk1"/>
              </a:solidFill>
              <a:prstDash val="solid"/>
              <a:round/>
              <a:headEnd type="none" w="med" len="med"/>
              <a:tailEnd type="none" w="med" len="med"/>
            </a:ln>
          </p:spPr>
        </p:cxnSp>
      </p:gr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Blank" type="blank">
  <p:cSld name="BLANK">
    <p:bg>
      <p:bgPr>
        <a:noFill/>
        <a:effectLst/>
      </p:bgPr>
    </p:bg>
    <p:spTree>
      <p:nvGrpSpPr>
        <p:cNvPr id="1" name="Shape 66"/>
        <p:cNvGrpSpPr/>
        <p:nvPr/>
      </p:nvGrpSpPr>
      <p:grpSpPr>
        <a:xfrm>
          <a:off x="0" y="0"/>
          <a:ext cx="0" cy="0"/>
          <a:chOff x="0" y="0"/>
          <a:chExt cx="0" cy="0"/>
        </a:xfrm>
      </p:grpSpPr>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Background">
  <p:cSld name="CUSTOM_9">
    <p:spTree>
      <p:nvGrpSpPr>
        <p:cNvPr id="1" name="Shape 239"/>
        <p:cNvGrpSpPr/>
        <p:nvPr/>
      </p:nvGrpSpPr>
      <p:grpSpPr>
        <a:xfrm>
          <a:off x="0" y="0"/>
          <a:ext cx="0" cy="0"/>
          <a:chOff x="0" y="0"/>
          <a:chExt cx="0" cy="0"/>
        </a:xfrm>
      </p:grpSpPr>
      <p:grpSp>
        <p:nvGrpSpPr>
          <p:cNvPr id="240" name="Google Shape;240;p33"/>
          <p:cNvGrpSpPr/>
          <p:nvPr/>
        </p:nvGrpSpPr>
        <p:grpSpPr>
          <a:xfrm>
            <a:off x="262800" y="258750"/>
            <a:ext cx="8618400" cy="4664400"/>
            <a:chOff x="262800" y="258750"/>
            <a:chExt cx="8618400" cy="4664400"/>
          </a:xfrm>
        </p:grpSpPr>
        <p:sp>
          <p:nvSpPr>
            <p:cNvPr id="241" name="Google Shape;241;p33"/>
            <p:cNvSpPr/>
            <p:nvPr/>
          </p:nvSpPr>
          <p:spPr>
            <a:xfrm>
              <a:off x="262800" y="258750"/>
              <a:ext cx="8618400" cy="4626000"/>
            </a:xfrm>
            <a:prstGeom prst="rect">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42" name="Google Shape;242;p33"/>
            <p:cNvSpPr/>
            <p:nvPr/>
          </p:nvSpPr>
          <p:spPr>
            <a:xfrm>
              <a:off x="713225" y="4846350"/>
              <a:ext cx="1022100" cy="768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Background 1">
  <p:cSld name="CUSTOM_9_1">
    <p:spTree>
      <p:nvGrpSpPr>
        <p:cNvPr id="1" name="Shape 243"/>
        <p:cNvGrpSpPr/>
        <p:nvPr/>
      </p:nvGrpSpPr>
      <p:grpSpPr>
        <a:xfrm>
          <a:off x="0" y="0"/>
          <a:ext cx="0" cy="0"/>
          <a:chOff x="0" y="0"/>
          <a:chExt cx="0" cy="0"/>
        </a:xfrm>
      </p:grpSpPr>
      <p:grpSp>
        <p:nvGrpSpPr>
          <p:cNvPr id="244" name="Google Shape;244;p34"/>
          <p:cNvGrpSpPr/>
          <p:nvPr/>
        </p:nvGrpSpPr>
        <p:grpSpPr>
          <a:xfrm>
            <a:off x="0" y="224200"/>
            <a:ext cx="9144000" cy="4660550"/>
            <a:chOff x="0" y="224200"/>
            <a:chExt cx="9144000" cy="4660550"/>
          </a:xfrm>
        </p:grpSpPr>
        <p:cxnSp>
          <p:nvCxnSpPr>
            <p:cNvPr id="245" name="Google Shape;245;p34"/>
            <p:cNvCxnSpPr/>
            <p:nvPr/>
          </p:nvCxnSpPr>
          <p:spPr>
            <a:xfrm>
              <a:off x="0" y="262600"/>
              <a:ext cx="9144000" cy="0"/>
            </a:xfrm>
            <a:prstGeom prst="straightConnector1">
              <a:avLst/>
            </a:prstGeom>
            <a:noFill/>
            <a:ln w="9525" cap="flat" cmpd="sng">
              <a:solidFill>
                <a:schemeClr val="dk1"/>
              </a:solidFill>
              <a:prstDash val="solid"/>
              <a:round/>
              <a:headEnd type="none" w="med" len="med"/>
              <a:tailEnd type="none" w="med" len="med"/>
            </a:ln>
          </p:spPr>
        </p:cxnSp>
        <p:sp>
          <p:nvSpPr>
            <p:cNvPr id="246" name="Google Shape;246;p34"/>
            <p:cNvSpPr/>
            <p:nvPr/>
          </p:nvSpPr>
          <p:spPr>
            <a:xfrm>
              <a:off x="7408800" y="224200"/>
              <a:ext cx="1022100" cy="768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cxnSp>
          <p:nvCxnSpPr>
            <p:cNvPr id="247" name="Google Shape;247;p34"/>
            <p:cNvCxnSpPr/>
            <p:nvPr/>
          </p:nvCxnSpPr>
          <p:spPr>
            <a:xfrm>
              <a:off x="0" y="4884750"/>
              <a:ext cx="9144000" cy="0"/>
            </a:xfrm>
            <a:prstGeom prst="straightConnector1">
              <a:avLst/>
            </a:prstGeom>
            <a:noFill/>
            <a:ln w="9525" cap="flat" cmpd="sng">
              <a:solidFill>
                <a:schemeClr val="dk1"/>
              </a:solidFill>
              <a:prstDash val="solid"/>
              <a:round/>
              <a:headEnd type="none" w="med" len="med"/>
              <a:tailEnd type="none" w="med" len="med"/>
            </a:ln>
          </p:spPr>
        </p:cxnSp>
      </p:gr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713225" y="445025"/>
            <a:ext cx="7717500" cy="572700"/>
          </a:xfrm>
          <a:prstGeom prst="rect">
            <a:avLst/>
          </a:prstGeom>
          <a:noFill/>
          <a:ln>
            <a:noFill/>
          </a:ln>
        </p:spPr>
        <p:txBody>
          <a:bodyPr spcFirstLastPara="1" wrap="square" lIns="91425" tIns="91425" rIns="91425" bIns="91425" anchor="t" anchorCtr="0">
            <a:noAutofit/>
          </a:bodyPr>
          <a:lstStyle>
            <a:lvl1pPr lvl="0" algn="ctr" rtl="0">
              <a:spcBef>
                <a:spcPts val="0"/>
              </a:spcBef>
              <a:spcAft>
                <a:spcPts val="0"/>
              </a:spcAft>
              <a:buClr>
                <a:schemeClr val="dk1"/>
              </a:buClr>
              <a:buSzPts val="3200"/>
              <a:buFont typeface="Inter Tight"/>
              <a:buNone/>
              <a:defRPr sz="3200" b="1">
                <a:solidFill>
                  <a:schemeClr val="dk1"/>
                </a:solidFill>
                <a:latin typeface="Inter Tight"/>
                <a:ea typeface="Inter Tight"/>
                <a:cs typeface="Inter Tight"/>
                <a:sym typeface="Inter Tight"/>
              </a:defRPr>
            </a:lvl1pPr>
            <a:lvl2pPr lvl="1" algn="ctr" rtl="0">
              <a:spcBef>
                <a:spcPts val="0"/>
              </a:spcBef>
              <a:spcAft>
                <a:spcPts val="0"/>
              </a:spcAft>
              <a:buClr>
                <a:schemeClr val="dk1"/>
              </a:buClr>
              <a:buSzPts val="3700"/>
              <a:buFont typeface="Inter Tight"/>
              <a:buNone/>
              <a:defRPr sz="3700" b="1">
                <a:solidFill>
                  <a:schemeClr val="dk1"/>
                </a:solidFill>
                <a:latin typeface="Inter Tight"/>
                <a:ea typeface="Inter Tight"/>
                <a:cs typeface="Inter Tight"/>
                <a:sym typeface="Inter Tight"/>
              </a:defRPr>
            </a:lvl2pPr>
            <a:lvl3pPr lvl="2" algn="ctr" rtl="0">
              <a:spcBef>
                <a:spcPts val="0"/>
              </a:spcBef>
              <a:spcAft>
                <a:spcPts val="0"/>
              </a:spcAft>
              <a:buClr>
                <a:schemeClr val="dk1"/>
              </a:buClr>
              <a:buSzPts val="3700"/>
              <a:buFont typeface="Inter Tight"/>
              <a:buNone/>
              <a:defRPr sz="3700" b="1">
                <a:solidFill>
                  <a:schemeClr val="dk1"/>
                </a:solidFill>
                <a:latin typeface="Inter Tight"/>
                <a:ea typeface="Inter Tight"/>
                <a:cs typeface="Inter Tight"/>
                <a:sym typeface="Inter Tight"/>
              </a:defRPr>
            </a:lvl3pPr>
            <a:lvl4pPr lvl="3" algn="ctr" rtl="0">
              <a:spcBef>
                <a:spcPts val="0"/>
              </a:spcBef>
              <a:spcAft>
                <a:spcPts val="0"/>
              </a:spcAft>
              <a:buClr>
                <a:schemeClr val="dk1"/>
              </a:buClr>
              <a:buSzPts val="3700"/>
              <a:buFont typeface="Inter Tight"/>
              <a:buNone/>
              <a:defRPr sz="3700" b="1">
                <a:solidFill>
                  <a:schemeClr val="dk1"/>
                </a:solidFill>
                <a:latin typeface="Inter Tight"/>
                <a:ea typeface="Inter Tight"/>
                <a:cs typeface="Inter Tight"/>
                <a:sym typeface="Inter Tight"/>
              </a:defRPr>
            </a:lvl4pPr>
            <a:lvl5pPr lvl="4" algn="ctr" rtl="0">
              <a:spcBef>
                <a:spcPts val="0"/>
              </a:spcBef>
              <a:spcAft>
                <a:spcPts val="0"/>
              </a:spcAft>
              <a:buClr>
                <a:schemeClr val="dk1"/>
              </a:buClr>
              <a:buSzPts val="3700"/>
              <a:buFont typeface="Inter Tight"/>
              <a:buNone/>
              <a:defRPr sz="3700" b="1">
                <a:solidFill>
                  <a:schemeClr val="dk1"/>
                </a:solidFill>
                <a:latin typeface="Inter Tight"/>
                <a:ea typeface="Inter Tight"/>
                <a:cs typeface="Inter Tight"/>
                <a:sym typeface="Inter Tight"/>
              </a:defRPr>
            </a:lvl5pPr>
            <a:lvl6pPr lvl="5" algn="ctr" rtl="0">
              <a:spcBef>
                <a:spcPts val="0"/>
              </a:spcBef>
              <a:spcAft>
                <a:spcPts val="0"/>
              </a:spcAft>
              <a:buClr>
                <a:schemeClr val="dk1"/>
              </a:buClr>
              <a:buSzPts val="3700"/>
              <a:buFont typeface="Inter Tight"/>
              <a:buNone/>
              <a:defRPr sz="3700" b="1">
                <a:solidFill>
                  <a:schemeClr val="dk1"/>
                </a:solidFill>
                <a:latin typeface="Inter Tight"/>
                <a:ea typeface="Inter Tight"/>
                <a:cs typeface="Inter Tight"/>
                <a:sym typeface="Inter Tight"/>
              </a:defRPr>
            </a:lvl6pPr>
            <a:lvl7pPr lvl="6" algn="ctr" rtl="0">
              <a:spcBef>
                <a:spcPts val="0"/>
              </a:spcBef>
              <a:spcAft>
                <a:spcPts val="0"/>
              </a:spcAft>
              <a:buClr>
                <a:schemeClr val="dk1"/>
              </a:buClr>
              <a:buSzPts val="3700"/>
              <a:buFont typeface="Inter Tight"/>
              <a:buNone/>
              <a:defRPr sz="3700" b="1">
                <a:solidFill>
                  <a:schemeClr val="dk1"/>
                </a:solidFill>
                <a:latin typeface="Inter Tight"/>
                <a:ea typeface="Inter Tight"/>
                <a:cs typeface="Inter Tight"/>
                <a:sym typeface="Inter Tight"/>
              </a:defRPr>
            </a:lvl7pPr>
            <a:lvl8pPr lvl="7" algn="ctr" rtl="0">
              <a:spcBef>
                <a:spcPts val="0"/>
              </a:spcBef>
              <a:spcAft>
                <a:spcPts val="0"/>
              </a:spcAft>
              <a:buClr>
                <a:schemeClr val="dk1"/>
              </a:buClr>
              <a:buSzPts val="3700"/>
              <a:buFont typeface="Inter Tight"/>
              <a:buNone/>
              <a:defRPr sz="3700" b="1">
                <a:solidFill>
                  <a:schemeClr val="dk1"/>
                </a:solidFill>
                <a:latin typeface="Inter Tight"/>
                <a:ea typeface="Inter Tight"/>
                <a:cs typeface="Inter Tight"/>
                <a:sym typeface="Inter Tight"/>
              </a:defRPr>
            </a:lvl8pPr>
            <a:lvl9pPr lvl="8" algn="ctr" rtl="0">
              <a:spcBef>
                <a:spcPts val="0"/>
              </a:spcBef>
              <a:spcAft>
                <a:spcPts val="0"/>
              </a:spcAft>
              <a:buClr>
                <a:schemeClr val="dk1"/>
              </a:buClr>
              <a:buSzPts val="3700"/>
              <a:buFont typeface="Inter Tight"/>
              <a:buNone/>
              <a:defRPr sz="3700" b="1">
                <a:solidFill>
                  <a:schemeClr val="dk1"/>
                </a:solidFill>
                <a:latin typeface="Inter Tight"/>
                <a:ea typeface="Inter Tight"/>
                <a:cs typeface="Inter Tight"/>
                <a:sym typeface="Inter Tight"/>
              </a:defRPr>
            </a:lvl9pPr>
          </a:lstStyle>
          <a:p>
            <a:endParaRPr/>
          </a:p>
        </p:txBody>
      </p:sp>
      <p:sp>
        <p:nvSpPr>
          <p:cNvPr id="7" name="Google Shape;7;p1"/>
          <p:cNvSpPr txBox="1">
            <a:spLocks noGrp="1"/>
          </p:cNvSpPr>
          <p:nvPr>
            <p:ph type="body" idx="1"/>
          </p:nvPr>
        </p:nvSpPr>
        <p:spPr>
          <a:xfrm>
            <a:off x="713225" y="1152475"/>
            <a:ext cx="7717500" cy="3416400"/>
          </a:xfrm>
          <a:prstGeom prst="rect">
            <a:avLst/>
          </a:prstGeom>
          <a:noFill/>
          <a:ln>
            <a:noFill/>
          </a:ln>
        </p:spPr>
        <p:txBody>
          <a:bodyPr spcFirstLastPara="1" wrap="square" lIns="91425" tIns="91425" rIns="91425" bIns="91425" anchor="t" anchorCtr="0">
            <a:noAutofit/>
          </a:bodyPr>
          <a:lstStyle>
            <a:lvl1pPr marL="457200" lvl="0" indent="-304800">
              <a:lnSpc>
                <a:spcPct val="100000"/>
              </a:lnSpc>
              <a:spcBef>
                <a:spcPts val="0"/>
              </a:spcBef>
              <a:spcAft>
                <a:spcPts val="0"/>
              </a:spcAft>
              <a:buClr>
                <a:schemeClr val="dk1"/>
              </a:buClr>
              <a:buSzPts val="1200"/>
              <a:buFont typeface="Raleway Medium"/>
              <a:buChar char="●"/>
              <a:defRPr sz="1200">
                <a:solidFill>
                  <a:schemeClr val="dk1"/>
                </a:solidFill>
                <a:latin typeface="Raleway Medium"/>
                <a:ea typeface="Raleway Medium"/>
                <a:cs typeface="Raleway Medium"/>
                <a:sym typeface="Raleway Medium"/>
              </a:defRPr>
            </a:lvl1pPr>
            <a:lvl2pPr marL="914400" lvl="1" indent="-304800">
              <a:lnSpc>
                <a:spcPct val="100000"/>
              </a:lnSpc>
              <a:spcBef>
                <a:spcPts val="0"/>
              </a:spcBef>
              <a:spcAft>
                <a:spcPts val="0"/>
              </a:spcAft>
              <a:buClr>
                <a:schemeClr val="dk1"/>
              </a:buClr>
              <a:buSzPts val="1200"/>
              <a:buFont typeface="Raleway Medium"/>
              <a:buChar char="○"/>
              <a:defRPr sz="1200">
                <a:solidFill>
                  <a:schemeClr val="dk1"/>
                </a:solidFill>
                <a:latin typeface="Raleway Medium"/>
                <a:ea typeface="Raleway Medium"/>
                <a:cs typeface="Raleway Medium"/>
                <a:sym typeface="Raleway Medium"/>
              </a:defRPr>
            </a:lvl2pPr>
            <a:lvl3pPr marL="1371600" lvl="2" indent="-304800">
              <a:lnSpc>
                <a:spcPct val="100000"/>
              </a:lnSpc>
              <a:spcBef>
                <a:spcPts val="0"/>
              </a:spcBef>
              <a:spcAft>
                <a:spcPts val="0"/>
              </a:spcAft>
              <a:buClr>
                <a:schemeClr val="dk1"/>
              </a:buClr>
              <a:buSzPts val="1200"/>
              <a:buFont typeface="Raleway Medium"/>
              <a:buChar char="■"/>
              <a:defRPr sz="1200">
                <a:solidFill>
                  <a:schemeClr val="dk1"/>
                </a:solidFill>
                <a:latin typeface="Raleway Medium"/>
                <a:ea typeface="Raleway Medium"/>
                <a:cs typeface="Raleway Medium"/>
                <a:sym typeface="Raleway Medium"/>
              </a:defRPr>
            </a:lvl3pPr>
            <a:lvl4pPr marL="1828800" lvl="3" indent="-304800">
              <a:lnSpc>
                <a:spcPct val="100000"/>
              </a:lnSpc>
              <a:spcBef>
                <a:spcPts val="0"/>
              </a:spcBef>
              <a:spcAft>
                <a:spcPts val="0"/>
              </a:spcAft>
              <a:buClr>
                <a:schemeClr val="dk1"/>
              </a:buClr>
              <a:buSzPts val="1200"/>
              <a:buFont typeface="Raleway Medium"/>
              <a:buChar char="●"/>
              <a:defRPr sz="1200">
                <a:solidFill>
                  <a:schemeClr val="dk1"/>
                </a:solidFill>
                <a:latin typeface="Raleway Medium"/>
                <a:ea typeface="Raleway Medium"/>
                <a:cs typeface="Raleway Medium"/>
                <a:sym typeface="Raleway Medium"/>
              </a:defRPr>
            </a:lvl4pPr>
            <a:lvl5pPr marL="2286000" lvl="4" indent="-304800">
              <a:lnSpc>
                <a:spcPct val="100000"/>
              </a:lnSpc>
              <a:spcBef>
                <a:spcPts val="0"/>
              </a:spcBef>
              <a:spcAft>
                <a:spcPts val="0"/>
              </a:spcAft>
              <a:buClr>
                <a:schemeClr val="dk1"/>
              </a:buClr>
              <a:buSzPts val="1200"/>
              <a:buFont typeface="Raleway Medium"/>
              <a:buChar char="○"/>
              <a:defRPr sz="1200">
                <a:solidFill>
                  <a:schemeClr val="dk1"/>
                </a:solidFill>
                <a:latin typeface="Raleway Medium"/>
                <a:ea typeface="Raleway Medium"/>
                <a:cs typeface="Raleway Medium"/>
                <a:sym typeface="Raleway Medium"/>
              </a:defRPr>
            </a:lvl5pPr>
            <a:lvl6pPr marL="2743200" lvl="5" indent="-304800">
              <a:lnSpc>
                <a:spcPct val="100000"/>
              </a:lnSpc>
              <a:spcBef>
                <a:spcPts val="0"/>
              </a:spcBef>
              <a:spcAft>
                <a:spcPts val="0"/>
              </a:spcAft>
              <a:buClr>
                <a:schemeClr val="dk1"/>
              </a:buClr>
              <a:buSzPts val="1200"/>
              <a:buFont typeface="Raleway Medium"/>
              <a:buChar char="■"/>
              <a:defRPr sz="1200">
                <a:solidFill>
                  <a:schemeClr val="dk1"/>
                </a:solidFill>
                <a:latin typeface="Raleway Medium"/>
                <a:ea typeface="Raleway Medium"/>
                <a:cs typeface="Raleway Medium"/>
                <a:sym typeface="Raleway Medium"/>
              </a:defRPr>
            </a:lvl6pPr>
            <a:lvl7pPr marL="3200400" lvl="6" indent="-304800">
              <a:lnSpc>
                <a:spcPct val="100000"/>
              </a:lnSpc>
              <a:spcBef>
                <a:spcPts val="0"/>
              </a:spcBef>
              <a:spcAft>
                <a:spcPts val="0"/>
              </a:spcAft>
              <a:buClr>
                <a:schemeClr val="dk1"/>
              </a:buClr>
              <a:buSzPts val="1200"/>
              <a:buFont typeface="Raleway Medium"/>
              <a:buChar char="●"/>
              <a:defRPr sz="1200">
                <a:solidFill>
                  <a:schemeClr val="dk1"/>
                </a:solidFill>
                <a:latin typeface="Raleway Medium"/>
                <a:ea typeface="Raleway Medium"/>
                <a:cs typeface="Raleway Medium"/>
                <a:sym typeface="Raleway Medium"/>
              </a:defRPr>
            </a:lvl7pPr>
            <a:lvl8pPr marL="3657600" lvl="7" indent="-304800">
              <a:lnSpc>
                <a:spcPct val="100000"/>
              </a:lnSpc>
              <a:spcBef>
                <a:spcPts val="0"/>
              </a:spcBef>
              <a:spcAft>
                <a:spcPts val="0"/>
              </a:spcAft>
              <a:buClr>
                <a:schemeClr val="dk1"/>
              </a:buClr>
              <a:buSzPts val="1200"/>
              <a:buFont typeface="Raleway Medium"/>
              <a:buChar char="○"/>
              <a:defRPr sz="1200">
                <a:solidFill>
                  <a:schemeClr val="dk1"/>
                </a:solidFill>
                <a:latin typeface="Raleway Medium"/>
                <a:ea typeface="Raleway Medium"/>
                <a:cs typeface="Raleway Medium"/>
                <a:sym typeface="Raleway Medium"/>
              </a:defRPr>
            </a:lvl8pPr>
            <a:lvl9pPr marL="4114800" lvl="8" indent="-304800">
              <a:lnSpc>
                <a:spcPct val="100000"/>
              </a:lnSpc>
              <a:spcBef>
                <a:spcPts val="0"/>
              </a:spcBef>
              <a:spcAft>
                <a:spcPts val="0"/>
              </a:spcAft>
              <a:buClr>
                <a:schemeClr val="dk1"/>
              </a:buClr>
              <a:buSzPts val="1200"/>
              <a:buFont typeface="Raleway Medium"/>
              <a:buChar char="■"/>
              <a:defRPr sz="1200">
                <a:solidFill>
                  <a:schemeClr val="dk1"/>
                </a:solidFill>
                <a:latin typeface="Raleway Medium"/>
                <a:ea typeface="Raleway Medium"/>
                <a:cs typeface="Raleway Medium"/>
                <a:sym typeface="Raleway Medium"/>
              </a:defRPr>
            </a:lvl9pPr>
          </a:lstStyle>
          <a:p>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8" r:id="rId4"/>
    <p:sldLayoutId id="2147483679" r:id="rId5"/>
    <p:sldLayoutId id="2147483680" r:id="rId6"/>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xml"/><Relationship Id="rId1" Type="http://schemas.openxmlformats.org/officeDocument/2006/relationships/slideLayout" Target="../slideLayouts/slideLayout2.xml"/><Relationship Id="rId5" Type="http://schemas.openxmlformats.org/officeDocument/2006/relationships/image" Target="../media/image8.png"/><Relationship Id="rId4" Type="http://schemas.openxmlformats.org/officeDocument/2006/relationships/image" Target="../media/image7.png"/></Relationships>
</file>

<file path=ppt/slides/_rels/slide3.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4.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5.xml"/><Relationship Id="rId1" Type="http://schemas.openxmlformats.org/officeDocument/2006/relationships/slideLayout" Target="../slideLayouts/slideLayout3.xml"/><Relationship Id="rId4" Type="http://schemas.openxmlformats.org/officeDocument/2006/relationships/image" Target="../media/image15.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8.xml"/><Relationship Id="rId1" Type="http://schemas.openxmlformats.org/officeDocument/2006/relationships/slideLayout" Target="../slideLayouts/slideLayout3.xml"/><Relationship Id="rId5" Type="http://schemas.openxmlformats.org/officeDocument/2006/relationships/image" Target="../media/image17.png"/><Relationship Id="rId4" Type="http://schemas.openxmlformats.org/officeDocument/2006/relationships/hyperlink" Target="https://www.kaggle.com/datasets/kmader/siim-medical-images" TargetMode="External"/></Relationships>
</file>

<file path=ppt/slides/_rels/slide18.xml.rels><?xml version="1.0" encoding="UTF-8" standalone="yes"?>
<Relationships xmlns="http://schemas.openxmlformats.org/package/2006/relationships"><Relationship Id="rId3" Type="http://schemas.openxmlformats.org/officeDocument/2006/relationships/hyperlink" Target="https://www.kaggle.com/datasets/mohamedhanyyy/chest-ctscan-images" TargetMode="External"/><Relationship Id="rId2" Type="http://schemas.openxmlformats.org/officeDocument/2006/relationships/image" Target="../media/image18.png"/><Relationship Id="rId1" Type="http://schemas.openxmlformats.org/officeDocument/2006/relationships/slideLayout" Target="../slideLayouts/slideLayout3.xml"/><Relationship Id="rId4" Type="http://schemas.openxmlformats.org/officeDocument/2006/relationships/image" Target="../media/image19.png"/></Relationships>
</file>

<file path=ppt/slides/_rels/slide19.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9.xml"/><Relationship Id="rId1" Type="http://schemas.openxmlformats.org/officeDocument/2006/relationships/slideLayout" Target="../slideLayouts/slideLayout3.xml"/><Relationship Id="rId5" Type="http://schemas.openxmlformats.org/officeDocument/2006/relationships/hyperlink" Target="https://www.kaggle.com/datasets/andrewmvd/pulmonary-embolism-in-ct-images" TargetMode="External"/><Relationship Id="rId4" Type="http://schemas.openxmlformats.org/officeDocument/2006/relationships/image" Target="../media/image21.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257"/>
        <p:cNvGrpSpPr/>
        <p:nvPr/>
      </p:nvGrpSpPr>
      <p:grpSpPr>
        <a:xfrm>
          <a:off x="0" y="0"/>
          <a:ext cx="0" cy="0"/>
          <a:chOff x="0" y="0"/>
          <a:chExt cx="0" cy="0"/>
        </a:xfrm>
      </p:grpSpPr>
      <p:sp>
        <p:nvSpPr>
          <p:cNvPr id="259" name="Google Shape;259;p38"/>
          <p:cNvSpPr txBox="1">
            <a:spLocks noGrp="1"/>
          </p:cNvSpPr>
          <p:nvPr>
            <p:ph type="ctrTitle"/>
          </p:nvPr>
        </p:nvSpPr>
        <p:spPr>
          <a:xfrm>
            <a:off x="979740" y="1808015"/>
            <a:ext cx="7206497" cy="722844"/>
          </a:xfrm>
          <a:prstGeom prst="rect">
            <a:avLst/>
          </a:prstGeom>
        </p:spPr>
        <p:txBody>
          <a:bodyPr spcFirstLastPara="1" wrap="square" lIns="91425" tIns="91425" rIns="91425" bIns="91425" anchor="b" anchorCtr="0">
            <a:noAutofit/>
          </a:bodyPr>
          <a:lstStyle/>
          <a:p>
            <a:pPr lvl="0" algn="ctr"/>
            <a:r>
              <a:rPr lang="en" sz="2800" dirty="0" smtClean="0"/>
              <a:t>Biomedical Data </a:t>
            </a:r>
            <a:r>
              <a:rPr lang="en-US" sz="2800" dirty="0"/>
              <a:t>Acquisition </a:t>
            </a:r>
            <a:r>
              <a:rPr lang="en-US" sz="2800" dirty="0" smtClean="0"/>
              <a:t>Course (</a:t>
            </a:r>
            <a:r>
              <a:rPr lang="en-US" sz="2800" dirty="0" smtClean="0">
                <a:solidFill>
                  <a:srgbClr val="FF0000"/>
                </a:solidFill>
              </a:rPr>
              <a:t>BMD351</a:t>
            </a:r>
            <a:r>
              <a:rPr lang="en-US" sz="2800" dirty="0" smtClean="0"/>
              <a:t>)</a:t>
            </a:r>
            <a:endParaRPr sz="2800" dirty="0"/>
          </a:p>
        </p:txBody>
      </p:sp>
      <p:sp>
        <p:nvSpPr>
          <p:cNvPr id="260" name="Google Shape;260;p38"/>
          <p:cNvSpPr txBox="1">
            <a:spLocks noGrp="1"/>
          </p:cNvSpPr>
          <p:nvPr>
            <p:ph type="subTitle" idx="1"/>
          </p:nvPr>
        </p:nvSpPr>
        <p:spPr>
          <a:xfrm>
            <a:off x="3069151" y="3320263"/>
            <a:ext cx="4528800" cy="475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smtClean="0"/>
              <a:t>Sara El-Sayed El-Metwally, </a:t>
            </a:r>
          </a:p>
          <a:p>
            <a:pPr marL="0" lvl="0" indent="0" algn="l" rtl="0">
              <a:spcBef>
                <a:spcPts val="0"/>
              </a:spcBef>
              <a:spcAft>
                <a:spcPts val="0"/>
              </a:spcAft>
              <a:buNone/>
            </a:pPr>
            <a:r>
              <a:rPr lang="en" dirty="0" smtClean="0"/>
              <a:t>Associate Professor, </a:t>
            </a:r>
          </a:p>
          <a:p>
            <a:pPr marL="0" lvl="0" indent="0" algn="l" rtl="0">
              <a:spcBef>
                <a:spcPts val="0"/>
              </a:spcBef>
              <a:spcAft>
                <a:spcPts val="0"/>
              </a:spcAft>
              <a:buNone/>
            </a:pPr>
            <a:r>
              <a:rPr lang="en" dirty="0" smtClean="0"/>
              <a:t>Biomedical Informatics Department. </a:t>
            </a:r>
            <a:endParaRPr dirty="0"/>
          </a:p>
        </p:txBody>
      </p:sp>
      <p:cxnSp>
        <p:nvCxnSpPr>
          <p:cNvPr id="262" name="Google Shape;262;p38"/>
          <p:cNvCxnSpPr/>
          <p:nvPr/>
        </p:nvCxnSpPr>
        <p:spPr>
          <a:xfrm>
            <a:off x="2355926" y="3101488"/>
            <a:ext cx="4559400" cy="0"/>
          </a:xfrm>
          <a:prstGeom prst="straightConnector1">
            <a:avLst/>
          </a:prstGeom>
          <a:noFill/>
          <a:ln w="9525" cap="flat" cmpd="sng">
            <a:solidFill>
              <a:schemeClr val="dk1"/>
            </a:solidFill>
            <a:prstDash val="solid"/>
            <a:round/>
            <a:headEnd type="none" w="med" len="med"/>
            <a:tailEnd type="none" w="med" len="med"/>
          </a:ln>
        </p:spPr>
      </p:cxnSp>
      <p:sp>
        <p:nvSpPr>
          <p:cNvPr id="265" name="Google Shape;265;p38"/>
          <p:cNvSpPr/>
          <p:nvPr/>
        </p:nvSpPr>
        <p:spPr>
          <a:xfrm>
            <a:off x="3177976" y="3063088"/>
            <a:ext cx="1022100" cy="768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pic>
        <p:nvPicPr>
          <p:cNvPr id="10" name="Google Shape;299;p41"/>
          <p:cNvPicPr preferRelativeResize="0"/>
          <p:nvPr/>
        </p:nvPicPr>
        <p:blipFill rotWithShape="1">
          <a:blip r:embed="rId3">
            <a:alphaModFix/>
          </a:blip>
          <a:srcRect t="89" b="89"/>
          <a:stretch/>
        </p:blipFill>
        <p:spPr>
          <a:xfrm>
            <a:off x="130877" y="2064375"/>
            <a:ext cx="1578599" cy="3079125"/>
          </a:xfrm>
          <a:prstGeom prst="rect">
            <a:avLst/>
          </a:prstGeom>
          <a:noFill/>
          <a:ln>
            <a:noFill/>
          </a:ln>
        </p:spPr>
      </p:pic>
      <p:pic>
        <p:nvPicPr>
          <p:cNvPr id="11" name="Google Shape;326;p44"/>
          <p:cNvPicPr preferRelativeResize="0"/>
          <p:nvPr/>
        </p:nvPicPr>
        <p:blipFill rotWithShape="1">
          <a:blip r:embed="rId4">
            <a:alphaModFix/>
          </a:blip>
          <a:srcRect t="119" b="129"/>
          <a:stretch/>
        </p:blipFill>
        <p:spPr>
          <a:xfrm>
            <a:off x="1723551" y="3301750"/>
            <a:ext cx="1264750" cy="1841750"/>
          </a:xfrm>
          <a:prstGeom prst="rect">
            <a:avLst/>
          </a:prstGeom>
          <a:noFill/>
          <a:ln>
            <a:noFill/>
          </a:ln>
        </p:spPr>
      </p:pic>
      <p:pic>
        <p:nvPicPr>
          <p:cNvPr id="12" name="Google Shape;309;p42"/>
          <p:cNvPicPr preferRelativeResize="0"/>
          <p:nvPr/>
        </p:nvPicPr>
        <p:blipFill rotWithShape="1">
          <a:blip r:embed="rId5">
            <a:alphaModFix/>
          </a:blip>
          <a:srcRect t="39" b="39"/>
          <a:stretch/>
        </p:blipFill>
        <p:spPr>
          <a:xfrm>
            <a:off x="6096826" y="2373348"/>
            <a:ext cx="2969625" cy="2671374"/>
          </a:xfrm>
          <a:prstGeom prst="rect">
            <a:avLst/>
          </a:prstGeom>
          <a:noFill/>
          <a:ln>
            <a:noFill/>
          </a:ln>
        </p:spPr>
      </p:pic>
      <p:pic>
        <p:nvPicPr>
          <p:cNvPr id="14" name="Picture 13"/>
          <p:cNvPicPr>
            <a:picLocks noChangeAspect="1"/>
          </p:cNvPicPr>
          <p:nvPr/>
        </p:nvPicPr>
        <p:blipFill>
          <a:blip r:embed="rId6">
            <a:clrChange>
              <a:clrFrom>
                <a:srgbClr val="FFFFFF"/>
              </a:clrFrom>
              <a:clrTo>
                <a:srgbClr val="FFFFFF">
                  <a:alpha val="0"/>
                </a:srgbClr>
              </a:clrTo>
            </a:clrChange>
          </a:blip>
          <a:stretch>
            <a:fillRect/>
          </a:stretch>
        </p:blipFill>
        <p:spPr>
          <a:xfrm>
            <a:off x="130877" y="266427"/>
            <a:ext cx="1095144" cy="1049156"/>
          </a:xfrm>
          <a:prstGeom prst="rect">
            <a:avLst/>
          </a:prstGeom>
        </p:spPr>
      </p:pic>
      <p:pic>
        <p:nvPicPr>
          <p:cNvPr id="15" name="Picture 14"/>
          <p:cNvPicPr>
            <a:picLocks noChangeAspect="1"/>
          </p:cNvPicPr>
          <p:nvPr/>
        </p:nvPicPr>
        <p:blipFill>
          <a:blip r:embed="rId7">
            <a:clrChange>
              <a:clrFrom>
                <a:srgbClr val="FFFFFF"/>
              </a:clrFrom>
              <a:clrTo>
                <a:srgbClr val="FFFFFF">
                  <a:alpha val="0"/>
                </a:srgbClr>
              </a:clrTo>
            </a:clrChange>
          </a:blip>
          <a:stretch>
            <a:fillRect/>
          </a:stretch>
        </p:blipFill>
        <p:spPr>
          <a:xfrm>
            <a:off x="7838199" y="226630"/>
            <a:ext cx="1135128" cy="1065007"/>
          </a:xfrm>
          <a:prstGeom prst="rect">
            <a:avLst/>
          </a:prstGeom>
        </p:spPr>
      </p:pic>
    </p:spTree>
    <p:extLst>
      <p:ext uri="{BB962C8B-B14F-4D97-AF65-F5344CB8AC3E}">
        <p14:creationId xmlns="" xmlns:p14="http://schemas.microsoft.com/office/powerpoint/2010/main" val="2407415855"/>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305"/>
        <p:cNvGrpSpPr/>
        <p:nvPr/>
      </p:nvGrpSpPr>
      <p:grpSpPr>
        <a:xfrm>
          <a:off x="0" y="0"/>
          <a:ext cx="0" cy="0"/>
          <a:chOff x="0" y="0"/>
          <a:chExt cx="0" cy="0"/>
        </a:xfrm>
      </p:grpSpPr>
      <p:sp>
        <p:nvSpPr>
          <p:cNvPr id="306" name="Google Shape;306;p42"/>
          <p:cNvSpPr txBox="1">
            <a:spLocks noGrp="1"/>
          </p:cNvSpPr>
          <p:nvPr>
            <p:ph type="title"/>
          </p:nvPr>
        </p:nvSpPr>
        <p:spPr>
          <a:xfrm>
            <a:off x="713225" y="2785050"/>
            <a:ext cx="4373260" cy="9165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4400" dirty="0" smtClean="0"/>
              <a:t>Biomedical Imaging</a:t>
            </a:r>
            <a:endParaRPr sz="4400" dirty="0"/>
          </a:p>
        </p:txBody>
      </p:sp>
      <p:sp>
        <p:nvSpPr>
          <p:cNvPr id="307" name="Google Shape;307;p42"/>
          <p:cNvSpPr txBox="1">
            <a:spLocks noGrp="1"/>
          </p:cNvSpPr>
          <p:nvPr>
            <p:ph type="title" idx="2"/>
          </p:nvPr>
        </p:nvSpPr>
        <p:spPr>
          <a:xfrm>
            <a:off x="713225" y="1307150"/>
            <a:ext cx="1122900" cy="11229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dirty="0" smtClean="0"/>
              <a:t>03</a:t>
            </a:r>
            <a:endParaRPr dirty="0"/>
          </a:p>
        </p:txBody>
      </p:sp>
      <p:pic>
        <p:nvPicPr>
          <p:cNvPr id="310" name="Google Shape;310;p42"/>
          <p:cNvPicPr preferRelativeResize="0"/>
          <p:nvPr/>
        </p:nvPicPr>
        <p:blipFill rotWithShape="1">
          <a:blip r:embed="rId3">
            <a:alphaModFix/>
          </a:blip>
          <a:srcRect t="39" b="29"/>
          <a:stretch/>
        </p:blipFill>
        <p:spPr>
          <a:xfrm>
            <a:off x="5324953" y="581757"/>
            <a:ext cx="972850" cy="2942098"/>
          </a:xfrm>
          <a:prstGeom prst="rect">
            <a:avLst/>
          </a:prstGeom>
          <a:noFill/>
          <a:ln>
            <a:noFill/>
          </a:ln>
        </p:spPr>
      </p:pic>
      <p:pic>
        <p:nvPicPr>
          <p:cNvPr id="7" name="Google Shape;261;p38"/>
          <p:cNvPicPr preferRelativeResize="0"/>
          <p:nvPr/>
        </p:nvPicPr>
        <p:blipFill rotWithShape="1">
          <a:blip r:embed="rId4">
            <a:alphaModFix/>
          </a:blip>
          <a:srcRect t="39" b="39"/>
          <a:stretch/>
        </p:blipFill>
        <p:spPr>
          <a:xfrm>
            <a:off x="6229096" y="2684928"/>
            <a:ext cx="1935357" cy="2033243"/>
          </a:xfrm>
          <a:prstGeom prst="rect">
            <a:avLst/>
          </a:prstGeom>
          <a:noFill/>
          <a:ln>
            <a:noFill/>
          </a:ln>
        </p:spPr>
      </p:pic>
      <p:pic>
        <p:nvPicPr>
          <p:cNvPr id="8" name="Google Shape;618;p66"/>
          <p:cNvPicPr preferRelativeResize="0"/>
          <p:nvPr/>
        </p:nvPicPr>
        <p:blipFill rotWithShape="1">
          <a:blip r:embed="rId5">
            <a:alphaModFix/>
          </a:blip>
          <a:srcRect t="69" b="79"/>
          <a:stretch/>
        </p:blipFill>
        <p:spPr>
          <a:xfrm>
            <a:off x="6536271" y="386900"/>
            <a:ext cx="2045900" cy="2398150"/>
          </a:xfrm>
          <a:prstGeom prst="rect">
            <a:avLst/>
          </a:prstGeom>
          <a:noFill/>
          <a:ln>
            <a:noFill/>
          </a:ln>
        </p:spPr>
      </p:pic>
    </p:spTree>
    <p:extLst>
      <p:ext uri="{BB962C8B-B14F-4D97-AF65-F5344CB8AC3E}">
        <p14:creationId xmlns="" xmlns:p14="http://schemas.microsoft.com/office/powerpoint/2010/main" val="2204422739"/>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20000" y="445025"/>
            <a:ext cx="7704000" cy="572700"/>
          </a:xfrm>
        </p:spPr>
        <p:txBody>
          <a:bodyPr/>
          <a:lstStyle/>
          <a:p>
            <a:pPr algn="ctr"/>
            <a:r>
              <a:rPr lang="en-US" sz="3600" dirty="0" smtClean="0"/>
              <a:t>Types of Biomedical Imaging </a:t>
            </a:r>
            <a:endParaRPr lang="en-US" sz="3600" dirty="0"/>
          </a:p>
        </p:txBody>
      </p:sp>
      <p:graphicFrame>
        <p:nvGraphicFramePr>
          <p:cNvPr id="4" name="Diagram 3"/>
          <p:cNvGraphicFramePr/>
          <p:nvPr>
            <p:extLst>
              <p:ext uri="{D42A27DB-BD31-4B8C-83A1-F6EECF244321}">
                <p14:modId xmlns="" xmlns:p14="http://schemas.microsoft.com/office/powerpoint/2010/main" val="1964112112"/>
              </p:ext>
            </p:extLst>
          </p:nvPr>
        </p:nvGraphicFramePr>
        <p:xfrm>
          <a:off x="1524000" y="1506682"/>
          <a:ext cx="6096000" cy="3159414"/>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 xmlns:p14="http://schemas.microsoft.com/office/powerpoint/2010/main" val="3772180599"/>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20000" y="445025"/>
            <a:ext cx="7704000" cy="572700"/>
          </a:xfrm>
        </p:spPr>
        <p:txBody>
          <a:bodyPr/>
          <a:lstStyle/>
          <a:p>
            <a:pPr algn="ctr"/>
            <a:r>
              <a:rPr lang="en-US" sz="3600" dirty="0" smtClean="0"/>
              <a:t>Types of Biomedical Imaging </a:t>
            </a:r>
            <a:endParaRPr lang="en-US" sz="3600" dirty="0"/>
          </a:p>
        </p:txBody>
      </p:sp>
      <p:graphicFrame>
        <p:nvGraphicFramePr>
          <p:cNvPr id="4" name="Diagram 3"/>
          <p:cNvGraphicFramePr/>
          <p:nvPr>
            <p:extLst>
              <p:ext uri="{D42A27DB-BD31-4B8C-83A1-F6EECF244321}">
                <p14:modId xmlns="" xmlns:p14="http://schemas.microsoft.com/office/powerpoint/2010/main" val="1964112112"/>
              </p:ext>
            </p:extLst>
          </p:nvPr>
        </p:nvGraphicFramePr>
        <p:xfrm>
          <a:off x="1524000" y="1506682"/>
          <a:ext cx="6096000" cy="3159414"/>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 xmlns:p14="http://schemas.microsoft.com/office/powerpoint/2010/main" val="3772180599"/>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noChangeArrowheads="1"/>
          </p:cNvPicPr>
          <p:nvPr/>
        </p:nvPicPr>
        <p:blipFill>
          <a:blip r:embed="rId2"/>
          <a:srcRect/>
          <a:stretch>
            <a:fillRect/>
          </a:stretch>
        </p:blipFill>
        <p:spPr bwMode="auto">
          <a:xfrm>
            <a:off x="955343" y="439570"/>
            <a:ext cx="6823881" cy="4282555"/>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CT Scan</a:t>
            </a:r>
            <a:endParaRPr lang="en-US" dirty="0"/>
          </a:p>
        </p:txBody>
      </p:sp>
      <p:pic>
        <p:nvPicPr>
          <p:cNvPr id="5" name="Picture 2"/>
          <p:cNvPicPr>
            <a:picLocks noChangeAspect="1" noChangeArrowheads="1"/>
          </p:cNvPicPr>
          <p:nvPr/>
        </p:nvPicPr>
        <p:blipFill>
          <a:blip r:embed="rId2"/>
          <a:srcRect/>
          <a:stretch>
            <a:fillRect/>
          </a:stretch>
        </p:blipFill>
        <p:spPr bwMode="auto">
          <a:xfrm>
            <a:off x="270539" y="1163186"/>
            <a:ext cx="4781550" cy="3581400"/>
          </a:xfrm>
          <a:prstGeom prst="rect">
            <a:avLst/>
          </a:prstGeom>
          <a:noFill/>
          <a:ln w="9525">
            <a:noFill/>
            <a:miter lim="800000"/>
            <a:headEnd/>
            <a:tailEnd/>
          </a:ln>
        </p:spPr>
      </p:pic>
      <p:pic>
        <p:nvPicPr>
          <p:cNvPr id="6" name="Picture 3"/>
          <p:cNvPicPr>
            <a:picLocks noChangeAspect="1" noChangeArrowheads="1"/>
          </p:cNvPicPr>
          <p:nvPr/>
        </p:nvPicPr>
        <p:blipFill>
          <a:blip r:embed="rId3"/>
          <a:srcRect/>
          <a:stretch>
            <a:fillRect/>
          </a:stretch>
        </p:blipFill>
        <p:spPr bwMode="auto">
          <a:xfrm>
            <a:off x="5743290" y="1366694"/>
            <a:ext cx="2952750" cy="3228975"/>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CT Scan</a:t>
            </a:r>
            <a:endParaRPr lang="en-US" dirty="0"/>
          </a:p>
        </p:txBody>
      </p:sp>
      <p:pic>
        <p:nvPicPr>
          <p:cNvPr id="4" name="Picture 2"/>
          <p:cNvPicPr>
            <a:picLocks noChangeAspect="1" noChangeArrowheads="1"/>
          </p:cNvPicPr>
          <p:nvPr/>
        </p:nvPicPr>
        <p:blipFill>
          <a:blip r:embed="rId2"/>
          <a:srcRect/>
          <a:stretch>
            <a:fillRect/>
          </a:stretch>
        </p:blipFill>
        <p:spPr bwMode="auto">
          <a:xfrm>
            <a:off x="441136" y="1225171"/>
            <a:ext cx="3867150" cy="3048000"/>
          </a:xfrm>
          <a:prstGeom prst="rect">
            <a:avLst/>
          </a:prstGeom>
          <a:noFill/>
          <a:ln w="9525">
            <a:noFill/>
            <a:miter lim="800000"/>
            <a:headEnd/>
            <a:tailEnd/>
          </a:ln>
        </p:spPr>
      </p:pic>
      <p:pic>
        <p:nvPicPr>
          <p:cNvPr id="5" name="Picture 3"/>
          <p:cNvPicPr>
            <a:picLocks noChangeAspect="1" noChangeArrowheads="1"/>
          </p:cNvPicPr>
          <p:nvPr/>
        </p:nvPicPr>
        <p:blipFill>
          <a:blip r:embed="rId3"/>
          <a:srcRect/>
          <a:stretch>
            <a:fillRect/>
          </a:stretch>
        </p:blipFill>
        <p:spPr bwMode="auto">
          <a:xfrm>
            <a:off x="4462818" y="1282890"/>
            <a:ext cx="4208770" cy="2929649"/>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p:cNvPicPr>
            <a:picLocks noChangeAspect="1" noChangeArrowheads="1"/>
          </p:cNvPicPr>
          <p:nvPr/>
        </p:nvPicPr>
        <p:blipFill>
          <a:blip r:embed="rId3"/>
          <a:srcRect/>
          <a:stretch>
            <a:fillRect/>
          </a:stretch>
        </p:blipFill>
        <p:spPr bwMode="auto">
          <a:xfrm>
            <a:off x="4314683" y="1322838"/>
            <a:ext cx="3162300" cy="3562350"/>
          </a:xfrm>
          <a:prstGeom prst="rect">
            <a:avLst/>
          </a:prstGeom>
          <a:noFill/>
          <a:ln w="9525">
            <a:noFill/>
            <a:miter lim="800000"/>
            <a:headEnd/>
            <a:tailEnd/>
          </a:ln>
        </p:spPr>
      </p:pic>
      <p:pic>
        <p:nvPicPr>
          <p:cNvPr id="1027" name="Picture 3"/>
          <p:cNvPicPr>
            <a:picLocks noChangeAspect="1" noChangeArrowheads="1"/>
          </p:cNvPicPr>
          <p:nvPr/>
        </p:nvPicPr>
        <p:blipFill>
          <a:blip r:embed="rId4"/>
          <a:srcRect/>
          <a:stretch>
            <a:fillRect/>
          </a:stretch>
        </p:blipFill>
        <p:spPr bwMode="auto">
          <a:xfrm>
            <a:off x="963731" y="1442256"/>
            <a:ext cx="2876550" cy="3105150"/>
          </a:xfrm>
          <a:prstGeom prst="rect">
            <a:avLst/>
          </a:prstGeom>
          <a:noFill/>
          <a:ln w="9525">
            <a:noFill/>
            <a:miter lim="800000"/>
            <a:headEnd/>
            <a:tailEnd/>
          </a:ln>
        </p:spPr>
      </p:pic>
      <p:sp>
        <p:nvSpPr>
          <p:cNvPr id="6" name="Title 1"/>
          <p:cNvSpPr>
            <a:spLocks noGrp="1"/>
          </p:cNvSpPr>
          <p:nvPr>
            <p:ph type="title"/>
          </p:nvPr>
        </p:nvSpPr>
        <p:spPr>
          <a:xfrm>
            <a:off x="720000" y="445025"/>
            <a:ext cx="7704000" cy="572700"/>
          </a:xfrm>
        </p:spPr>
        <p:txBody>
          <a:bodyPr/>
          <a:lstStyle/>
          <a:p>
            <a:r>
              <a:rPr lang="en-US" dirty="0" smtClean="0"/>
              <a:t>CT Scan</a:t>
            </a:r>
            <a:endParaRPr lang="en-US" dirty="0"/>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0" dirty="0" smtClean="0"/>
              <a:t>CT scan</a:t>
            </a:r>
            <a:endParaRPr lang="en-US" dirty="0"/>
          </a:p>
        </p:txBody>
      </p:sp>
      <p:sp>
        <p:nvSpPr>
          <p:cNvPr id="3" name="Text Placeholder 2"/>
          <p:cNvSpPr>
            <a:spLocks noGrp="1"/>
          </p:cNvSpPr>
          <p:nvPr>
            <p:ph type="body" idx="1"/>
          </p:nvPr>
        </p:nvSpPr>
        <p:spPr/>
        <p:txBody>
          <a:bodyPr/>
          <a:lstStyle/>
          <a:p>
            <a:pPr algn="just"/>
            <a:r>
              <a:rPr lang="en-US" sz="1400" dirty="0" smtClean="0"/>
              <a:t>The term “computed tomography”, or CT, refers to a computerized x-ray imaging procedure in which a narrow beam of x-rays is aimed at a patient and quickly rotated around the body, producing signals that are processed by the machine’s computer to generate cross-sectional images—or “slices”—of the body. </a:t>
            </a:r>
          </a:p>
          <a:p>
            <a:pPr algn="just">
              <a:buNone/>
            </a:pPr>
            <a:endParaRPr lang="en-US" sz="1400" dirty="0" smtClean="0"/>
          </a:p>
          <a:p>
            <a:pPr algn="just"/>
            <a:r>
              <a:rPr lang="en-US" sz="1400" dirty="0" smtClean="0"/>
              <a:t>These slices are called </a:t>
            </a:r>
            <a:r>
              <a:rPr lang="en-US" sz="1400" dirty="0" err="1" smtClean="0"/>
              <a:t>tomographic</a:t>
            </a:r>
            <a:r>
              <a:rPr lang="en-US" sz="1400" dirty="0" smtClean="0"/>
              <a:t> images and contain more detailed information than conventional x-rays. Once a number of successive slices are collected by the machine’s computer, they can be digitally “stacked” together to form a three-dimensional image of the patient that allows for easier identification and location of basic structures as well as possible tumors or abnormalities. </a:t>
            </a:r>
            <a:endParaRPr lang="en-US" sz="1400" dirty="0"/>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How does CT work?</a:t>
            </a:r>
            <a:endParaRPr lang="en-US" dirty="0"/>
          </a:p>
        </p:txBody>
      </p:sp>
      <p:sp>
        <p:nvSpPr>
          <p:cNvPr id="3" name="Text Placeholder 2"/>
          <p:cNvSpPr>
            <a:spLocks noGrp="1"/>
          </p:cNvSpPr>
          <p:nvPr>
            <p:ph type="body" idx="1"/>
          </p:nvPr>
        </p:nvSpPr>
        <p:spPr/>
        <p:txBody>
          <a:bodyPr/>
          <a:lstStyle/>
          <a:p>
            <a:pPr algn="just"/>
            <a:r>
              <a:rPr lang="en-US" sz="1400" dirty="0" smtClean="0"/>
              <a:t>Unlike a conventional x-ray—which uses a fixed x-ray tube—a CT scanner uses a motorized x-ray source that rotates around the circular opening of a donut-shaped structure called a gantry. During a CT scan, the patient lies on a bed that slowly moves through the gantry while the x-ray tube rotates around the patient, shooting narrow beams of x-rays through the body. Instead of film, </a:t>
            </a:r>
          </a:p>
          <a:p>
            <a:pPr algn="just">
              <a:buNone/>
            </a:pPr>
            <a:endParaRPr lang="en-US" sz="1400" dirty="0" smtClean="0"/>
          </a:p>
          <a:p>
            <a:pPr algn="just"/>
            <a:r>
              <a:rPr lang="en-US" sz="1400" dirty="0" smtClean="0"/>
              <a:t>CT scanners use special digital x-ray detectors, which are located directly opposite the x-ray source. As the x-rays leave the patient, they are picked up by the detectors and transmitted to a computer. </a:t>
            </a:r>
          </a:p>
          <a:p>
            <a:pPr algn="just">
              <a:buNone/>
            </a:pPr>
            <a:endParaRPr lang="en-US" sz="1400" dirty="0" smtClean="0"/>
          </a:p>
          <a:p>
            <a:pPr algn="just"/>
            <a:r>
              <a:rPr lang="en-US" sz="1400" dirty="0" smtClean="0"/>
              <a:t>Each time the x-ray source completes one full rotation, the CT computer uses sophisticated mathematical techniques to construct a 2D image slice of the patient. The thickness of the tissue represented in each image slice can vary depending on the CT machine used.</a:t>
            </a:r>
          </a:p>
          <a:p>
            <a:pPr algn="just"/>
            <a:endParaRPr lang="en-US" dirty="0" smtClean="0"/>
          </a:p>
          <a:p>
            <a:pPr algn="just">
              <a:buNone/>
            </a:pPr>
            <a:endParaRPr lang="en-US" dirty="0"/>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How does CT work?</a:t>
            </a:r>
            <a:endParaRPr lang="en-US" dirty="0"/>
          </a:p>
        </p:txBody>
      </p:sp>
      <p:sp>
        <p:nvSpPr>
          <p:cNvPr id="3" name="Text Placeholder 2"/>
          <p:cNvSpPr>
            <a:spLocks noGrp="1"/>
          </p:cNvSpPr>
          <p:nvPr>
            <p:ph type="body" idx="1"/>
          </p:nvPr>
        </p:nvSpPr>
        <p:spPr/>
        <p:txBody>
          <a:bodyPr/>
          <a:lstStyle/>
          <a:p>
            <a:pPr algn="just"/>
            <a:r>
              <a:rPr lang="en-US" sz="1400" dirty="0" smtClean="0"/>
              <a:t>When a full slice is completed, the image is stored and the motorized bed is moved forward incrementally into the gantry. The x-ray scanning process is then repeated to produce another image slice. This process continues until the desired number of slices is collected. </a:t>
            </a:r>
          </a:p>
          <a:p>
            <a:pPr algn="just"/>
            <a:endParaRPr lang="en-US" sz="1400" dirty="0" smtClean="0"/>
          </a:p>
          <a:p>
            <a:pPr algn="just"/>
            <a:r>
              <a:rPr lang="en-US" sz="1400" dirty="0" smtClean="0"/>
              <a:t>Image slices can either be displayed individually or stacked together by the computer to generate a 3D image of the patient that shows the skeleton, organs, and tissues as well as any abnormalities the physician is trying to identify. This method has many advantages including the ability to rotate the 3D image in space or to view slices in succession, making it easier to find the exact place where a problem may be located.</a:t>
            </a:r>
            <a:endParaRPr lang="en-US" sz="1400" dirty="0"/>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What is a CT contrast agent?</a:t>
            </a:r>
            <a:endParaRPr lang="en-US" dirty="0"/>
          </a:p>
        </p:txBody>
      </p:sp>
      <p:sp>
        <p:nvSpPr>
          <p:cNvPr id="3" name="Text Placeholder 2"/>
          <p:cNvSpPr>
            <a:spLocks noGrp="1"/>
          </p:cNvSpPr>
          <p:nvPr>
            <p:ph type="body" idx="1"/>
          </p:nvPr>
        </p:nvSpPr>
        <p:spPr/>
        <p:txBody>
          <a:bodyPr/>
          <a:lstStyle/>
          <a:p>
            <a:pPr algn="just"/>
            <a:r>
              <a:rPr lang="en-US" sz="1400" dirty="0" smtClean="0"/>
              <a:t>As with all x-rays, dense structures within the body—such as bone—are easily imaged, whereas soft tissues vary in their ability to stop x-rays and, thus, may be faint or difficult to visualize. For this reason, contrast agents have been developed that are highly visible in an x-ray or CT scan and are safe to use in patients. </a:t>
            </a:r>
          </a:p>
          <a:p>
            <a:r>
              <a:rPr lang="en-US" sz="1400" dirty="0" smtClean="0"/>
              <a:t>Contrast agents contain substances that are better at stopping x-rays and, thus, are more visible on an x-ray image. In some cases you may receive contrast dye before a procedure in a drink, injection or a Barium enema to make easier for doctor to see certain area in the body. </a:t>
            </a:r>
          </a:p>
          <a:p>
            <a:pPr lvl="1"/>
            <a:r>
              <a:rPr lang="en-US" sz="1400" dirty="0" smtClean="0"/>
              <a:t>If you receive a drink with contrast dye , your esophagus or stomach will be highlighted .</a:t>
            </a:r>
          </a:p>
          <a:p>
            <a:pPr lvl="1"/>
            <a:r>
              <a:rPr lang="en-US" sz="1400" dirty="0" smtClean="0"/>
              <a:t>If you receive an injection, your blood vessels , gallbladder, liver, urinary tract will be highlighted. </a:t>
            </a:r>
          </a:p>
          <a:p>
            <a:pPr lvl="1"/>
            <a:r>
              <a:rPr lang="en-US" sz="1400" dirty="0" smtClean="0"/>
              <a:t>If you received a barium enema, your large intestine will be highlighted .</a:t>
            </a:r>
          </a:p>
          <a:p>
            <a:pPr algn="just">
              <a:buNone/>
            </a:pPr>
            <a:endParaRPr lang="en-US" dirty="0"/>
          </a:p>
        </p:txBody>
      </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When would I get a CT scan?</a:t>
            </a:r>
            <a:endParaRPr lang="en-US" dirty="0"/>
          </a:p>
        </p:txBody>
      </p:sp>
      <p:sp>
        <p:nvSpPr>
          <p:cNvPr id="3" name="Text Placeholder 2"/>
          <p:cNvSpPr>
            <a:spLocks noGrp="1"/>
          </p:cNvSpPr>
          <p:nvPr>
            <p:ph type="body" idx="1"/>
          </p:nvPr>
        </p:nvSpPr>
        <p:spPr/>
        <p:txBody>
          <a:bodyPr/>
          <a:lstStyle/>
          <a:p>
            <a:pPr algn="just"/>
            <a:r>
              <a:rPr lang="en-US" sz="1400" dirty="0" smtClean="0"/>
              <a:t>CT scans can be used to identify disease or injury within various regions of the body. For example, CT has become a useful screening tool for detecting possible tumors or lesions within the abdomen. A CT scan of the heart may be ordered when various types of heart disease or abnormalities are suspected</a:t>
            </a:r>
          </a:p>
          <a:p>
            <a:pPr>
              <a:buNone/>
            </a:pPr>
            <a:endParaRPr lang="en-US" sz="1400" dirty="0" smtClean="0"/>
          </a:p>
          <a:p>
            <a:pPr algn="just"/>
            <a:r>
              <a:rPr lang="en-US" sz="1400" dirty="0" smtClean="0"/>
              <a:t>CT can also be used to image the head in order to locate injuries, tumors, clots leading to stroke, hemorrhage, and other conditions.  </a:t>
            </a:r>
          </a:p>
          <a:p>
            <a:pPr>
              <a:buNone/>
            </a:pPr>
            <a:endParaRPr lang="en-US" sz="1400" dirty="0" smtClean="0"/>
          </a:p>
          <a:p>
            <a:pPr algn="just"/>
            <a:r>
              <a:rPr lang="en-US" sz="1400" dirty="0" smtClean="0"/>
              <a:t>All x-rays produce ionizing radiation, which has the potential to cause biological effects in the human body. For patients, these biological effects can range from an increased lifetime risk of cancer to possible allergic reactions or kidney failure due to contrast agents.</a:t>
            </a:r>
            <a:endParaRPr lang="en-US" sz="1400" dirty="0"/>
          </a:p>
        </p:txBody>
      </p: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CT scanner</a:t>
            </a:r>
            <a:endParaRPr lang="en-US" dirty="0"/>
          </a:p>
        </p:txBody>
      </p:sp>
      <p:sp>
        <p:nvSpPr>
          <p:cNvPr id="3" name="Text Placeholder 2"/>
          <p:cNvSpPr>
            <a:spLocks noGrp="1"/>
          </p:cNvSpPr>
          <p:nvPr>
            <p:ph type="body" idx="1"/>
          </p:nvPr>
        </p:nvSpPr>
        <p:spPr/>
        <p:txBody>
          <a:bodyPr/>
          <a:lstStyle/>
          <a:p>
            <a:r>
              <a:rPr lang="en-US" sz="1400" dirty="0" smtClean="0"/>
              <a:t>A CT scanner consists of the following main elements: </a:t>
            </a:r>
          </a:p>
          <a:p>
            <a:pPr lvl="1"/>
            <a:r>
              <a:rPr lang="en-US" sz="1400" dirty="0" smtClean="0"/>
              <a:t>a data acquisition system that carries out the X-ray projections,</a:t>
            </a:r>
          </a:p>
          <a:p>
            <a:pPr lvl="1"/>
            <a:r>
              <a:rPr lang="en-US" sz="1400" dirty="0" smtClean="0"/>
              <a:t>a computer to reconstruct the images from the projections and to assist in the analysis of the reconstructed images,</a:t>
            </a:r>
          </a:p>
          <a:p>
            <a:pPr lvl="1"/>
            <a:r>
              <a:rPr lang="en-US" sz="1400" dirty="0" smtClean="0"/>
              <a:t>a variable power supply,</a:t>
            </a:r>
          </a:p>
          <a:p>
            <a:pPr lvl="1"/>
            <a:r>
              <a:rPr lang="en-US" sz="1400" dirty="0" smtClean="0"/>
              <a:t>a monitor to display the routine operation of the computer system and to act as an interactive interface in the diagnosis of the reconstructed images,</a:t>
            </a:r>
          </a:p>
          <a:p>
            <a:pPr lvl="1"/>
            <a:r>
              <a:rPr lang="en-US" sz="1400" dirty="0" smtClean="0"/>
              <a:t>a documentation camera to produce an image on film similar to traditional X-ray images,</a:t>
            </a:r>
          </a:p>
          <a:p>
            <a:pPr lvl="1"/>
            <a:r>
              <a:rPr lang="en-US" sz="1400" dirty="0" smtClean="0"/>
              <a:t>other data archiving systems, such as tape or disk, collectively referred to as storage devices,</a:t>
            </a:r>
          </a:p>
          <a:p>
            <a:pPr lvl="1">
              <a:buNone/>
            </a:pPr>
            <a:r>
              <a:rPr lang="en-US" sz="1400" dirty="0" smtClean="0"/>
              <a:t>.</a:t>
            </a:r>
          </a:p>
        </p:txBody>
      </p:sp>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0" dirty="0" smtClean="0"/>
              <a:t>Data Acquisition Systems</a:t>
            </a:r>
            <a:br>
              <a:rPr lang="en-US" b="0" dirty="0" smtClean="0"/>
            </a:br>
            <a:endParaRPr lang="en-US" dirty="0"/>
          </a:p>
        </p:txBody>
      </p:sp>
      <p:sp>
        <p:nvSpPr>
          <p:cNvPr id="3" name="Text Placeholder 2"/>
          <p:cNvSpPr>
            <a:spLocks noGrp="1"/>
          </p:cNvSpPr>
          <p:nvPr>
            <p:ph type="body" idx="1"/>
          </p:nvPr>
        </p:nvSpPr>
        <p:spPr>
          <a:xfrm>
            <a:off x="720000" y="1215751"/>
            <a:ext cx="7704000" cy="3656500"/>
          </a:xfrm>
        </p:spPr>
        <p:txBody>
          <a:bodyPr/>
          <a:lstStyle/>
          <a:p>
            <a:r>
              <a:rPr lang="en-US" sz="1400" dirty="0" smtClean="0"/>
              <a:t>The main components of the CT scanner design are:</a:t>
            </a:r>
          </a:p>
          <a:p>
            <a:pPr lvl="1"/>
            <a:r>
              <a:rPr lang="en-US" sz="1400" i="1" dirty="0" smtClean="0"/>
              <a:t>The </a:t>
            </a:r>
            <a:r>
              <a:rPr lang="en-US" sz="1400" i="1" dirty="0" smtClean="0">
                <a:solidFill>
                  <a:srgbClr val="FF0000"/>
                </a:solidFill>
              </a:rPr>
              <a:t>gantry</a:t>
            </a:r>
            <a:r>
              <a:rPr lang="en-US" sz="1400" dirty="0" smtClean="0">
                <a:solidFill>
                  <a:srgbClr val="FF0000"/>
                </a:solidFill>
              </a:rPr>
              <a:t> </a:t>
            </a:r>
            <a:r>
              <a:rPr lang="en-US" sz="1400" dirty="0" smtClean="0"/>
              <a:t>with a central opening, into which the patient is moved during the examination. This is the most </a:t>
            </a:r>
            <a:r>
              <a:rPr lang="en-US" sz="1400" dirty="0" err="1" smtClean="0"/>
              <a:t>recognisable</a:t>
            </a:r>
            <a:r>
              <a:rPr lang="en-US" sz="1400" dirty="0" smtClean="0"/>
              <a:t> element of the CT scanner;</a:t>
            </a:r>
          </a:p>
          <a:p>
            <a:pPr lvl="1"/>
            <a:r>
              <a:rPr lang="en-US" sz="1400" i="1" dirty="0" smtClean="0"/>
              <a:t>The </a:t>
            </a:r>
            <a:r>
              <a:rPr lang="en-US" sz="1400" i="1" dirty="0" smtClean="0">
                <a:solidFill>
                  <a:srgbClr val="FF0000"/>
                </a:solidFill>
              </a:rPr>
              <a:t>X-ray tube</a:t>
            </a:r>
            <a:r>
              <a:rPr lang="en-US" sz="1400" i="1" dirty="0" smtClean="0"/>
              <a:t>,</a:t>
            </a:r>
            <a:r>
              <a:rPr lang="en-US" sz="1400" dirty="0" smtClean="0"/>
              <a:t> the source of the X-rays that pass through the body situated in the gantry and carry the information about the structure of the body to the detectors. The information is in the form of a series of projections;</a:t>
            </a:r>
          </a:p>
          <a:p>
            <a:pPr lvl="1"/>
            <a:r>
              <a:rPr lang="en-US" sz="1400" i="1" dirty="0" smtClean="0"/>
              <a:t>The</a:t>
            </a:r>
            <a:r>
              <a:rPr lang="en-US" sz="1400" i="1" dirty="0" smtClean="0">
                <a:solidFill>
                  <a:srgbClr val="FF0000"/>
                </a:solidFill>
              </a:rPr>
              <a:t> detector </a:t>
            </a:r>
            <a:r>
              <a:rPr lang="en-US" sz="1400" i="1" dirty="0" smtClean="0"/>
              <a:t>array</a:t>
            </a:r>
            <a:r>
              <a:rPr lang="en-US" sz="1400" dirty="0" smtClean="0"/>
              <a:t> converts the projection values, in the form of radiation intensities, into electrical quantities. Usually, the whole detector array rotates synchronously with the X-ray tube around the test object;</a:t>
            </a:r>
          </a:p>
          <a:p>
            <a:pPr lvl="1"/>
            <a:r>
              <a:rPr lang="en-US" sz="1400" i="1" dirty="0" smtClean="0"/>
              <a:t>The </a:t>
            </a:r>
            <a:r>
              <a:rPr lang="en-US" sz="1400" i="1" dirty="0" smtClean="0">
                <a:solidFill>
                  <a:srgbClr val="FF0000"/>
                </a:solidFill>
              </a:rPr>
              <a:t>table</a:t>
            </a:r>
            <a:r>
              <a:rPr lang="en-US" sz="1400" dirty="0" smtClean="0">
                <a:solidFill>
                  <a:srgbClr val="FF0000"/>
                </a:solidFill>
              </a:rPr>
              <a:t> </a:t>
            </a:r>
            <a:r>
              <a:rPr lang="en-US" sz="1400" dirty="0" smtClean="0"/>
              <a:t>allows the patient to be </a:t>
            </a:r>
            <a:r>
              <a:rPr lang="en-US" sz="1400" dirty="0" err="1" smtClean="0"/>
              <a:t>manoeuvred</a:t>
            </a:r>
            <a:r>
              <a:rPr lang="en-US" sz="1400" dirty="0" smtClean="0"/>
              <a:t> easily into position. The table can be controlled manually before the actual scan begins, but it moves automatically during the scan. The table can be moved into or out of the gantry along the axis of the patient’s body, as well as up and down. This allows the patient to be appropriately positioned depending on which part of the body is being examined.</a:t>
            </a:r>
          </a:p>
          <a:p>
            <a:pPr>
              <a:buNone/>
            </a:pPr>
            <a:endParaRPr lang="en-US" dirty="0"/>
          </a:p>
        </p:txBody>
      </p:sp>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Fluoroscopy</a:t>
            </a:r>
            <a:endParaRPr lang="en-US" dirty="0"/>
          </a:p>
        </p:txBody>
      </p:sp>
      <p:sp>
        <p:nvSpPr>
          <p:cNvPr id="3" name="Text Placeholder 2"/>
          <p:cNvSpPr>
            <a:spLocks noGrp="1"/>
          </p:cNvSpPr>
          <p:nvPr>
            <p:ph type="body" idx="1"/>
          </p:nvPr>
        </p:nvSpPr>
        <p:spPr/>
        <p:txBody>
          <a:bodyPr/>
          <a:lstStyle/>
          <a:p>
            <a:pPr algn="just"/>
            <a:r>
              <a:rPr lang="en-US" sz="1400" dirty="0" smtClean="0"/>
              <a:t>Fluoroscopy is a medical procedure that makes a real-time video of the movements inside a part of the body by passing x-rays through the body over a period of time.</a:t>
            </a:r>
          </a:p>
          <a:p>
            <a:pPr algn="just">
              <a:buNone/>
            </a:pPr>
            <a:endParaRPr lang="en-US" sz="1400" dirty="0" smtClean="0"/>
          </a:p>
          <a:p>
            <a:pPr algn="just"/>
            <a:r>
              <a:rPr lang="en-US" sz="1400" dirty="0" smtClean="0"/>
              <a:t>Fluoroscopy can be used for diagnosing (finding out the cause of) a health problem such as heart or intestinal disease.  It also can be used to guide treatments such as implants or injections, or in orthopedic surgery.</a:t>
            </a:r>
            <a:endParaRPr lang="en-US" sz="1400" dirty="0"/>
          </a:p>
        </p:txBody>
      </p:sp>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CT images from cancer patients</a:t>
            </a:r>
            <a:endParaRPr lang="en-US" dirty="0"/>
          </a:p>
        </p:txBody>
      </p:sp>
      <p:pic>
        <p:nvPicPr>
          <p:cNvPr id="30722" name="Picture 2"/>
          <p:cNvPicPr>
            <a:picLocks noChangeAspect="1" noChangeArrowheads="1"/>
          </p:cNvPicPr>
          <p:nvPr/>
        </p:nvPicPr>
        <p:blipFill>
          <a:blip r:embed="rId3"/>
          <a:srcRect/>
          <a:stretch>
            <a:fillRect/>
          </a:stretch>
        </p:blipFill>
        <p:spPr bwMode="auto">
          <a:xfrm>
            <a:off x="766763" y="1460310"/>
            <a:ext cx="5156365" cy="2524836"/>
          </a:xfrm>
          <a:prstGeom prst="rect">
            <a:avLst/>
          </a:prstGeom>
          <a:noFill/>
          <a:ln w="9525">
            <a:noFill/>
            <a:miter lim="800000"/>
            <a:headEnd/>
            <a:tailEnd/>
          </a:ln>
        </p:spPr>
      </p:pic>
      <p:sp>
        <p:nvSpPr>
          <p:cNvPr id="5" name="Rectangle 4"/>
          <p:cNvSpPr/>
          <p:nvPr/>
        </p:nvSpPr>
        <p:spPr>
          <a:xfrm>
            <a:off x="1876566" y="4275417"/>
            <a:ext cx="5643349" cy="523220"/>
          </a:xfrm>
          <a:prstGeom prst="rect">
            <a:avLst/>
          </a:prstGeom>
        </p:spPr>
        <p:txBody>
          <a:bodyPr wrap="square">
            <a:spAutoFit/>
          </a:bodyPr>
          <a:lstStyle/>
          <a:p>
            <a:r>
              <a:rPr lang="en-US" dirty="0" smtClean="0">
                <a:hlinkClick r:id="rId4"/>
              </a:rPr>
              <a:t>https://www.kaggle.com/datasets/kmader/siim-medical-images</a:t>
            </a:r>
            <a:endParaRPr lang="en-US" dirty="0" smtClean="0"/>
          </a:p>
          <a:p>
            <a:endParaRPr lang="en-US" dirty="0"/>
          </a:p>
        </p:txBody>
      </p:sp>
      <p:pic>
        <p:nvPicPr>
          <p:cNvPr id="30723" name="Picture 3"/>
          <p:cNvPicPr>
            <a:picLocks noChangeAspect="1" noChangeArrowheads="1"/>
          </p:cNvPicPr>
          <p:nvPr/>
        </p:nvPicPr>
        <p:blipFill>
          <a:blip r:embed="rId5"/>
          <a:srcRect/>
          <a:stretch>
            <a:fillRect/>
          </a:stretch>
        </p:blipFill>
        <p:spPr bwMode="auto">
          <a:xfrm>
            <a:off x="6214992" y="1803068"/>
            <a:ext cx="2609850" cy="161925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Chest CT-Scan</a:t>
            </a:r>
            <a:endParaRPr lang="en-US" dirty="0"/>
          </a:p>
        </p:txBody>
      </p:sp>
      <p:pic>
        <p:nvPicPr>
          <p:cNvPr id="31746" name="Picture 2"/>
          <p:cNvPicPr>
            <a:picLocks noChangeAspect="1" noChangeArrowheads="1"/>
          </p:cNvPicPr>
          <p:nvPr/>
        </p:nvPicPr>
        <p:blipFill>
          <a:blip r:embed="rId2"/>
          <a:srcRect/>
          <a:stretch>
            <a:fillRect/>
          </a:stretch>
        </p:blipFill>
        <p:spPr bwMode="auto">
          <a:xfrm>
            <a:off x="435237" y="1296537"/>
            <a:ext cx="4860095" cy="3182772"/>
          </a:xfrm>
          <a:prstGeom prst="rect">
            <a:avLst/>
          </a:prstGeom>
          <a:noFill/>
          <a:ln w="9525">
            <a:noFill/>
            <a:miter lim="800000"/>
            <a:headEnd/>
            <a:tailEnd/>
          </a:ln>
        </p:spPr>
      </p:pic>
      <p:sp>
        <p:nvSpPr>
          <p:cNvPr id="5" name="Rectangle 4"/>
          <p:cNvSpPr/>
          <p:nvPr/>
        </p:nvSpPr>
        <p:spPr>
          <a:xfrm>
            <a:off x="900751" y="4425543"/>
            <a:ext cx="6134669" cy="523220"/>
          </a:xfrm>
          <a:prstGeom prst="rect">
            <a:avLst/>
          </a:prstGeom>
        </p:spPr>
        <p:txBody>
          <a:bodyPr wrap="square">
            <a:spAutoFit/>
          </a:bodyPr>
          <a:lstStyle/>
          <a:p>
            <a:r>
              <a:rPr lang="en-US" dirty="0" smtClean="0">
                <a:hlinkClick r:id="rId3"/>
              </a:rPr>
              <a:t>https://www.kaggle.com/datasets/mohamedhanyyy/chest-ctscan-images</a:t>
            </a:r>
            <a:endParaRPr lang="en-US" dirty="0" smtClean="0"/>
          </a:p>
          <a:p>
            <a:endParaRPr lang="en-US" dirty="0"/>
          </a:p>
        </p:txBody>
      </p:sp>
      <p:pic>
        <p:nvPicPr>
          <p:cNvPr id="31747" name="Picture 3"/>
          <p:cNvPicPr>
            <a:picLocks noChangeAspect="1" noChangeArrowheads="1"/>
          </p:cNvPicPr>
          <p:nvPr/>
        </p:nvPicPr>
        <p:blipFill>
          <a:blip r:embed="rId4"/>
          <a:srcRect/>
          <a:stretch>
            <a:fillRect/>
          </a:stretch>
        </p:blipFill>
        <p:spPr bwMode="auto">
          <a:xfrm>
            <a:off x="5552578" y="1902725"/>
            <a:ext cx="2733675" cy="163830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Pulmonary Embolism</a:t>
            </a:r>
            <a:endParaRPr lang="en-US" dirty="0"/>
          </a:p>
        </p:txBody>
      </p:sp>
      <p:sp>
        <p:nvSpPr>
          <p:cNvPr id="3" name="Text Placeholder 2"/>
          <p:cNvSpPr>
            <a:spLocks noGrp="1"/>
          </p:cNvSpPr>
          <p:nvPr>
            <p:ph type="body" idx="1"/>
          </p:nvPr>
        </p:nvSpPr>
        <p:spPr/>
        <p:txBody>
          <a:bodyPr/>
          <a:lstStyle/>
          <a:p>
            <a:endParaRPr lang="en-US"/>
          </a:p>
        </p:txBody>
      </p:sp>
      <p:pic>
        <p:nvPicPr>
          <p:cNvPr id="32770" name="Picture 2"/>
          <p:cNvPicPr>
            <a:picLocks noChangeAspect="1" noChangeArrowheads="1"/>
          </p:cNvPicPr>
          <p:nvPr/>
        </p:nvPicPr>
        <p:blipFill>
          <a:blip r:embed="rId3"/>
          <a:srcRect/>
          <a:stretch>
            <a:fillRect/>
          </a:stretch>
        </p:blipFill>
        <p:spPr bwMode="auto">
          <a:xfrm>
            <a:off x="368774" y="1132764"/>
            <a:ext cx="7505700" cy="3243405"/>
          </a:xfrm>
          <a:prstGeom prst="rect">
            <a:avLst/>
          </a:prstGeom>
          <a:noFill/>
          <a:ln w="9525">
            <a:noFill/>
            <a:miter lim="800000"/>
            <a:headEnd/>
            <a:tailEnd/>
          </a:ln>
        </p:spPr>
      </p:pic>
      <p:pic>
        <p:nvPicPr>
          <p:cNvPr id="32771" name="Picture 3"/>
          <p:cNvPicPr>
            <a:picLocks noChangeAspect="1" noChangeArrowheads="1"/>
          </p:cNvPicPr>
          <p:nvPr/>
        </p:nvPicPr>
        <p:blipFill>
          <a:blip r:embed="rId4"/>
          <a:srcRect/>
          <a:stretch>
            <a:fillRect/>
          </a:stretch>
        </p:blipFill>
        <p:spPr bwMode="auto">
          <a:xfrm>
            <a:off x="6089958" y="1127362"/>
            <a:ext cx="2505075" cy="1524000"/>
          </a:xfrm>
          <a:prstGeom prst="rect">
            <a:avLst/>
          </a:prstGeom>
          <a:noFill/>
          <a:ln w="9525">
            <a:noFill/>
            <a:miter lim="800000"/>
            <a:headEnd/>
            <a:tailEnd/>
          </a:ln>
        </p:spPr>
      </p:pic>
      <p:sp>
        <p:nvSpPr>
          <p:cNvPr id="6" name="Rectangle 5"/>
          <p:cNvSpPr/>
          <p:nvPr/>
        </p:nvSpPr>
        <p:spPr>
          <a:xfrm>
            <a:off x="682389" y="4398248"/>
            <a:ext cx="7615451" cy="523220"/>
          </a:xfrm>
          <a:prstGeom prst="rect">
            <a:avLst/>
          </a:prstGeom>
        </p:spPr>
        <p:txBody>
          <a:bodyPr wrap="square">
            <a:spAutoFit/>
          </a:bodyPr>
          <a:lstStyle/>
          <a:p>
            <a:r>
              <a:rPr lang="en-US" dirty="0" smtClean="0">
                <a:hlinkClick r:id="rId5"/>
              </a:rPr>
              <a:t>https://www.kaggle.com/datasets/andrewmvd/pulmonary-embolism-in-ct-images</a:t>
            </a:r>
            <a:endParaRPr lang="ar-EG" dirty="0" smtClean="0"/>
          </a:p>
          <a:p>
            <a:endParaRPr lang="en-US" dirty="0"/>
          </a:p>
        </p:txBody>
      </p:sp>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4466" y="2069108"/>
            <a:ext cx="7704000" cy="572700"/>
          </a:xfrm>
        </p:spPr>
        <p:txBody>
          <a:bodyPr/>
          <a:lstStyle/>
          <a:p>
            <a:r>
              <a:rPr lang="en-US" dirty="0" smtClean="0"/>
              <a:t>Thank you!</a:t>
            </a:r>
            <a:endParaRPr lang="en-US" dirty="0"/>
          </a:p>
        </p:txBody>
      </p:sp>
    </p:spTree>
  </p:cSld>
  <p:clrMapOvr>
    <a:masterClrMapping/>
  </p:clrMapOvr>
  <p:timing>
    <p:tnLst>
      <p:par>
        <p:cTn id="1" dur="indefinite" restart="never" nodeType="tmRoot"/>
      </p:par>
    </p:tnLst>
  </p:timing>
</p:sld>
</file>

<file path=ppt/theme/theme1.xml><?xml version="1.0" encoding="utf-8"?>
<a:theme xmlns:a="http://schemas.openxmlformats.org/drawingml/2006/main" name="Medical Devices Innovation by Slidesgo">
  <a:themeElements>
    <a:clrScheme name="Simple Light">
      <a:dk1>
        <a:srgbClr val="312D2D"/>
      </a:dk1>
      <a:lt1>
        <a:srgbClr val="F3F3F3"/>
      </a:lt1>
      <a:dk2>
        <a:srgbClr val="CAC6BB"/>
      </a:dk2>
      <a:lt2>
        <a:srgbClr val="7A7879"/>
      </a:lt2>
      <a:accent1>
        <a:srgbClr val="7CC2F8"/>
      </a:accent1>
      <a:accent2>
        <a:srgbClr val="FF6F01"/>
      </a:accent2>
      <a:accent3>
        <a:srgbClr val="F53844"/>
      </a:accent3>
      <a:accent4>
        <a:srgbClr val="FFFFFF"/>
      </a:accent4>
      <a:accent5>
        <a:srgbClr val="FFFFFF"/>
      </a:accent5>
      <a:accent6>
        <a:srgbClr val="FFFFFF"/>
      </a:accent6>
      <a:hlink>
        <a:srgbClr val="312D2D"/>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10025</TotalTime>
  <Words>998</Words>
  <Application>Microsoft Office PowerPoint</Application>
  <PresentationFormat>On-screen Show (16:9)</PresentationFormat>
  <Paragraphs>84</Paragraphs>
  <Slides>20</Slides>
  <Notes>9</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20</vt:i4>
      </vt:variant>
    </vt:vector>
  </HeadingPairs>
  <TitlesOfParts>
    <vt:vector size="25" baseType="lpstr">
      <vt:lpstr>Arial</vt:lpstr>
      <vt:lpstr>Inter Tight</vt:lpstr>
      <vt:lpstr>Raleway Medium</vt:lpstr>
      <vt:lpstr>Nunito Light</vt:lpstr>
      <vt:lpstr>Medical Devices Innovation by Slidesgo</vt:lpstr>
      <vt:lpstr>Biomedical Data Acquisition Course (BMD351)</vt:lpstr>
      <vt:lpstr>Biomedical Imaging</vt:lpstr>
      <vt:lpstr>Types of Biomedical Imaging </vt:lpstr>
      <vt:lpstr>Types of Biomedical Imaging </vt:lpstr>
      <vt:lpstr>Slide 5</vt:lpstr>
      <vt:lpstr>CT Scan</vt:lpstr>
      <vt:lpstr>CT Scan</vt:lpstr>
      <vt:lpstr>CT Scan</vt:lpstr>
      <vt:lpstr>CT scan</vt:lpstr>
      <vt:lpstr>How does CT work?</vt:lpstr>
      <vt:lpstr>How does CT work?</vt:lpstr>
      <vt:lpstr>What is a CT contrast agent?</vt:lpstr>
      <vt:lpstr>When would I get a CT scan?</vt:lpstr>
      <vt:lpstr>CT scanner</vt:lpstr>
      <vt:lpstr>Data Acquisition Systems </vt:lpstr>
      <vt:lpstr>Fluoroscopy</vt:lpstr>
      <vt:lpstr>CT images from cancer patients</vt:lpstr>
      <vt:lpstr>Chest CT-Scan</vt:lpstr>
      <vt:lpstr>Pulmonary Embolism</vt:lpstr>
      <vt:lpstr>Thank you!</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Medical Devices Innovation</dc:title>
  <dc:creator>Sara El-Metwally</dc:creator>
  <cp:lastModifiedBy>Sara</cp:lastModifiedBy>
  <cp:revision>91</cp:revision>
  <dcterms:modified xsi:type="dcterms:W3CDTF">2023-12-13T02:36:40Z</dcterms:modified>
</cp:coreProperties>
</file>